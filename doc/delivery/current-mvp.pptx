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09eba549b4ac7" /><Relationship Type="http://schemas.openxmlformats.org/officeDocument/2006/relationships/extended-properties" Target="/docProps/app.xml" Id="Rbe530b33784e4922" /><Relationship Type="http://schemas.openxmlformats.org/officeDocument/2006/relationships/officeDocument" Target="/ppt/presentation.xml" Id="Rf2f950fa93f343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b8188f6b1b4491"/>
  </p:sldMasterIdLst>
  <p:notesMasterIdLst>
    <p:notesMasterId xmlns:r="http://schemas.openxmlformats.org/officeDocument/2006/relationships" r:id="R23553624f0a04968"/>
  </p:notesMasterIdLst>
  <p:sldIdLst>
    <p:sldId xmlns:r="http://schemas.openxmlformats.org/officeDocument/2006/relationships" id="256" r:id="R9622869e1e2b40a8"/>
    <p:sldId xmlns:r="http://schemas.openxmlformats.org/officeDocument/2006/relationships" id="257" r:id="R467c002304254fd7"/>
    <p:sldId xmlns:r="http://schemas.openxmlformats.org/officeDocument/2006/relationships" id="258" r:id="R3f75f52733f04f74"/>
    <p:sldId xmlns:r="http://schemas.openxmlformats.org/officeDocument/2006/relationships" id="259" r:id="Rc5d04ae14cf541dd"/>
    <p:sldId xmlns:r="http://schemas.openxmlformats.org/officeDocument/2006/relationships" id="260" r:id="Rbaf99f5652834873"/>
    <p:sldId xmlns:r="http://schemas.openxmlformats.org/officeDocument/2006/relationships" id="261" r:id="R9eebf7c7e8204b05"/>
    <p:sldId xmlns:r="http://schemas.openxmlformats.org/officeDocument/2006/relationships" id="262" r:id="R4c51b1edb0314e42"/>
    <p:sldId xmlns:r="http://schemas.openxmlformats.org/officeDocument/2006/relationships" id="263" r:id="R9ce9ffc0e02044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b08a7ac221455d" /><Relationship Type="http://schemas.openxmlformats.org/officeDocument/2006/relationships/slideMaster" Target="/ppt/slideMasters/slideMaster1.xml" Id="R97b8188f6b1b4491" /><Relationship Type="http://schemas.openxmlformats.org/officeDocument/2006/relationships/notesMaster" Target="/ppt/notesMasters/notesMaster1.xml" Id="R23553624f0a04968" /><Relationship Type="http://schemas.openxmlformats.org/officeDocument/2006/relationships/presProps" Target="/ppt/presProps.xml" Id="Rfc2569fe5c914e37" /><Relationship Type="http://schemas.openxmlformats.org/officeDocument/2006/relationships/tableStyles" Target="/ppt/tableStyles.xml" Id="R94a5359e2d284452" /><Relationship Type="http://schemas.openxmlformats.org/officeDocument/2006/relationships/slide" Target="/ppt/slides/slide1.xml" Id="R9622869e1e2b40a8" /><Relationship Type="http://schemas.openxmlformats.org/officeDocument/2006/relationships/slide" Target="/ppt/slides/slide2.xml" Id="R467c002304254fd7" /><Relationship Type="http://schemas.openxmlformats.org/officeDocument/2006/relationships/slide" Target="/ppt/slides/slide3.xml" Id="R3f75f52733f04f74" /><Relationship Type="http://schemas.openxmlformats.org/officeDocument/2006/relationships/slide" Target="/ppt/slides/slide4.xml" Id="Rc5d04ae14cf541dd" /><Relationship Type="http://schemas.openxmlformats.org/officeDocument/2006/relationships/slide" Target="/ppt/slides/slide5.xml" Id="Rbaf99f5652834873" /><Relationship Type="http://schemas.openxmlformats.org/officeDocument/2006/relationships/slide" Target="/ppt/slides/slide6.xml" Id="R9eebf7c7e8204b05" /><Relationship Type="http://schemas.openxmlformats.org/officeDocument/2006/relationships/slide" Target="/ppt/slides/slide7.xml" Id="R4c51b1edb0314e42" /><Relationship Type="http://schemas.openxmlformats.org/officeDocument/2006/relationships/slide" Target="/ppt/slides/slide8.xml" Id="R9ce9ffc0e02044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283341476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8239b45834456" /><Relationship Type="http://schemas.openxmlformats.org/officeDocument/2006/relationships/notesMaster" Target="/ppt/notesMasters/notesMaster1.xml" Id="R65a7dd699c73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147bdbd2c44345" /><Relationship Type="http://schemas.openxmlformats.org/officeDocument/2006/relationships/notesMaster" Target="/ppt/notesMasters/notesMaster1.xml" Id="R74992dcd35a3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ce3d1728e4038" /><Relationship Type="http://schemas.openxmlformats.org/officeDocument/2006/relationships/notesMaster" Target="/ppt/notesMasters/notesMaster1.xml" Id="R7ff571c345c4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9b4f58e0994608" /><Relationship Type="http://schemas.openxmlformats.org/officeDocument/2006/relationships/notesMaster" Target="/ppt/notesMasters/notesMaster1.xml" Id="Ra45aad5e604f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bb3733140140fe" /><Relationship Type="http://schemas.openxmlformats.org/officeDocument/2006/relationships/notesMaster" Target="/ppt/notesMasters/notesMaster1.xml" Id="R4b6896334a84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8563c531d6470a" /><Relationship Type="http://schemas.openxmlformats.org/officeDocument/2006/relationships/notesMaster" Target="/ppt/notesMasters/notesMaster1.xml" Id="R5a00081ef4cc42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0dc03323f440d4" /><Relationship Type="http://schemas.openxmlformats.org/officeDocument/2006/relationships/notesMaster" Target="/ppt/notesMasters/notesMaster1.xml" Id="Rdada51190b71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f647ea621424b" /><Relationship Type="http://schemas.openxmlformats.org/officeDocument/2006/relationships/notesMaster" Target="/ppt/notesMasters/notesMaster1.xml" Id="R36cd96ccc93f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фактически реализованную систему обратного найма. Кандидат подтверждает уровень; работодатель предлагает конкретные условия. Контакты открываются по согласию. Все данные демо синтетические. Текущий код 34942b5; идеи дальнейшего развития показаны отдельно в концептуальной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Специализация текущего экзамена — iOS и Swift, уровни Junior и Middle. Стаж, роли и заявленные навыки не подменяют результат. Сервер фиксирует вариант и перестановки ответов, проверяет срок и считает балл. После первого неудачного Middle доступен Junior. Source: doc/architecture/system.md, app/assessments/services.py.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Компания описывает задачи, формат и следующий шаг. Рейтинг внутри категории учитывает тест, совпадение заявленных навыков и небольшой FSP бонус. Подтверждённое свидетельство содержит дату, версии и ограничения. Зачёт принадлежит конкретному приглашению и не меняет общий грейд. Source: doc/responses/MVP-010-proof.md, doc/responses/MVP-011-explanations.md.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демонстрации проверены закрытые контакты до принятия, открытие отправителю и сохранение закрытого состояния у другой компании. Эти правила общие для HTML, PDF и разрешённых клиентских запросов. Имя опубликованного кандидата видно: письменное ТЗ это допускает. Отзыв уже открытого гранта и удаление профиля — ещё открытая PROD-004. Source: app/hiring/access.py, DOC-003 HTTP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Учебные результаты отделены от экзамена. У каждого трека собственные прогресс и попытки; пауза сохраняет ответы. Подсказки блокируются во время активного теста. Профессиональные категории Android, Flutter и Аврора пока не подтверждаются: это учебные треки. Source: doc/api/learning-mobile7.md, doc/qa/learning-tracks-mobile7.md.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Token API V1 читает доступные сведения, а GET не меняет бизнес-объекты. CLI использует системный keyring; MCP работает через локальный stdio. V2 охватывает профиль, публикацию, компанию, потребность и приглашения. Только browser session, CSRF и явное подтверждение позволяют apply. Истёкшие и устаревшие черновики отвергаются, повтор применённого безопасен. Полная клиентская приёмка MCLI-013 ещё открыта. Source: doc/api/contracts.md, doc/plan/mcp-cli.md.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Дашборд показывает наблюдаемые приглашения и время ответа. Принятие не считается трудоустройством. В демо HR являются ответственными лицами, отдельных аккаунтов HR нет. Есть режим доступности и автоматические проверки; настоящий VoiceOver и NVDA вручную ещё не проверены. Источник: doc/responses/OWNER-001.md и A11Y-001.md. Снимок использует синтетический fixture-owner.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Контрактный набор покрывает все текущие маршруты и методы, типы и примеры; четыре контрпроверки отвергают ложную спецификацию. Проверены две роли и чужая компания, CSRF, ID и UUID, повтор, срок, конфликт и практика. QA-001 прошла заранее заданные synthetic критерии, пограничные профили нестабильны. Это не точность на людях и не измеренная экономия времени найма. Живые интеграции, reboot, полный эксплуатационный gate и дальнейший продуктовый маршрут остаются открытыми. Прямой адрес приложения временный; cron обновляет стабильную страницу входа. Source: doc/qa/DOC-003-complete.json, validation-results.md, doc/plan/remaining-work.md.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75a73ae6543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86bc0453642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3c21fd436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d85cac6641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897cd6a64e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85244610f4b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5E68C5-BC4A-40C2-AD49-3EFB0F4E3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A3B618-1764-4E89-A667-4A29385C1B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35B8C3-34F3-4248-9001-BAF14FF61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D6142A-C785-49F5-94F4-2D2755691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3B2BAC-833E-429D-989A-3911FE1083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86757A-53E0-4E79-9BE0-24AF76A659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CE0550-8A14-4918-ADCF-27DD810024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35EE0B9-A540-4478-B79E-77E665D80D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6AF3A9-D6FE-4441-B804-6A78AF9CAB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716232-77FA-416D-83D9-88D481742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b870071f6470d" /><Relationship Type="http://schemas.openxmlformats.org/officeDocument/2006/relationships/slideLayout" Target="/ppt/slideLayouts/slideLayout1.xml" Id="Raadeeec0c3494ecc" /><Relationship Type="http://schemas.openxmlformats.org/officeDocument/2006/relationships/slideLayout" Target="/ppt/slideLayouts/slideLayout2.xml" Id="R9824a32eebad4a18" /><Relationship Type="http://schemas.openxmlformats.org/officeDocument/2006/relationships/slideLayout" Target="/ppt/slideLayouts/slideLayout3.xml" Id="R8d61138a97f64646" /><Relationship Type="http://schemas.openxmlformats.org/officeDocument/2006/relationships/slideLayout" Target="/ppt/slideLayouts/slideLayout4.xml" Id="R4da03a2b001c409e" /><Relationship Type="http://schemas.openxmlformats.org/officeDocument/2006/relationships/slideLayout" Target="/ppt/slideLayouts/slideLayout5.xml" Id="R5642e93590224189" /><Relationship Type="http://schemas.openxmlformats.org/officeDocument/2006/relationships/slideLayout" Target="/ppt/slideLayouts/slideLayout6.xml" Id="Rc786d8b0d2e8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eeec0c3494ecc"/>
    <p:sldLayoutId xmlns:r="http://schemas.openxmlformats.org/officeDocument/2006/relationships" id="2147483650" r:id="R9824a32eebad4a18"/>
    <p:sldLayoutId xmlns:r="http://schemas.openxmlformats.org/officeDocument/2006/relationships" id="2147483651" r:id="R8d61138a97f64646"/>
    <p:sldLayoutId xmlns:r="http://schemas.openxmlformats.org/officeDocument/2006/relationships" id="2147483652" r:id="R4da03a2b001c409e"/>
    <p:sldLayoutId xmlns:r="http://schemas.openxmlformats.org/officeDocument/2006/relationships" id="2147483653" r:id="R5642e93590224189"/>
    <p:sldLayoutId xmlns:r="http://schemas.openxmlformats.org/officeDocument/2006/relationships" id="2147483654" r:id="Rc786d8b0d2e8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3c52d07c74756" /><Relationship Type="http://schemas.openxmlformats.org/officeDocument/2006/relationships/notesSlide" Target="/ppt/notesSlides/notesSlide1.xml" Id="Rf8b20c3de3174a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bfc1a0b7949b2" /><Relationship Type="http://schemas.openxmlformats.org/officeDocument/2006/relationships/image" Target="/ppt/media/image.png" Id="R0040878fbb6840e5" /><Relationship Type="http://schemas.openxmlformats.org/officeDocument/2006/relationships/notesSlide" Target="/ppt/notesSlides/notesSlide2.xml" Id="R2f89ac97dcaf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3a29e0088487c" /><Relationship Type="http://schemas.openxmlformats.org/officeDocument/2006/relationships/image" Target="/ppt/media/image2.png" Id="R326afba6235d4d0c" /><Relationship Type="http://schemas.openxmlformats.org/officeDocument/2006/relationships/notesSlide" Target="/ppt/notesSlides/notesSlide3.xml" Id="R21a04f3aa727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38d8df10848ff" /><Relationship Type="http://schemas.openxmlformats.org/officeDocument/2006/relationships/image" Target="/ppt/media/image3.png" Id="Rc86d0d9f51624915" /><Relationship Type="http://schemas.openxmlformats.org/officeDocument/2006/relationships/notesSlide" Target="/ppt/notesSlides/notesSlide4.xml" Id="R221cdc259dfa46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32b507e54458f" /><Relationship Type="http://schemas.openxmlformats.org/officeDocument/2006/relationships/image" Target="/ppt/media/image4.png" Id="R8c964415075d4272" /><Relationship Type="http://schemas.openxmlformats.org/officeDocument/2006/relationships/notesSlide" Target="/ppt/notesSlides/notesSlide5.xml" Id="R6a3f5a2684f3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2f9350c204469" /><Relationship Type="http://schemas.openxmlformats.org/officeDocument/2006/relationships/image" Target="/ppt/media/image5.png" Id="R78f65c09d7d44ff8" /><Relationship Type="http://schemas.openxmlformats.org/officeDocument/2006/relationships/notesSlide" Target="/ppt/notesSlides/notesSlide6.xml" Id="Rab7c2dc1832042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e9d7ac9f247da" /><Relationship Type="http://schemas.openxmlformats.org/officeDocument/2006/relationships/image" Target="/ppt/media/image6.png" Id="R89205c3a524d4fdb" /><Relationship Type="http://schemas.openxmlformats.org/officeDocument/2006/relationships/notesSlide" Target="/ppt/notesSlides/notesSlide7.xml" Id="Rec4ab431ab0b48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77d40b90a40c6" /><Relationship Type="http://schemas.openxmlformats.org/officeDocument/2006/relationships/notesSlide" Target="/ppt/notesSlides/notesSlide8.xml" Id="R179e47d185c34e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E5E19-8A5F-4754-B836-A7AC07A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495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Трудяжки · ФСП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AC295-F917-4F64-88AD-1073AE14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FF0053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F0053"/>
                </a:solidFill>
                <a:latin typeface="Verdana"/>
                <a:ea typeface="Verdana"/>
                <a:cs typeface="Verdana"/>
              </a:defRPr>
            </a:pPr>
            <a:r>
              <a:rPr sz="3150" b="0">
                <a:solidFill>
                  <a:srgbClr val="FF0053"/>
                </a:solidFill>
                <a:latin typeface="Verdana"/>
                <a:ea typeface="Verdana"/>
                <a:cs typeface="Verdana"/>
              </a:rPr>
              <a:t>Демонстрационный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FA43C-8FF3-4459-98CF-318B8B1E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Навыки, условия и адресное согласие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iOS / Swift · Junior и Middle</a:t>
            </a:r>
          </a:p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12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C293D-F04B-4C0B-9BEB-27BD45B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1/8</a:t>
            </a:r>
          </a:p>
        </p:txBody>
      </p:sp>
    </p:spTree>
    <p:extLst>
      <p:ext uri="{BB962C8B-B14F-4D97-AF65-F5344CB8AC3E}">
        <p14:creationId xmlns:p14="http://schemas.microsoft.com/office/powerpoint/2010/main" val="1459317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6C19-3395-4396-BC01-5E502DA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Профиль и подтверждённая категория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A6965-397A-4FDE-B52A-397BD6500D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0878fbb6840e5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F4179-5611-4046-B83E-4A1ECD50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8 вопросов, 4 области, 15 минут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Успех: 6/8 и минимум 1/2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в каждой области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Провал повышения сохраняет уровень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Повтор: 7 дней; смена: 30 дней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27B4-D364-4728-9DFA-9223356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2/8</a:t>
            </a:r>
          </a:p>
        </p:txBody>
      </p:sp>
    </p:spTree>
    <p:extLst>
      <p:ext uri="{BB962C8B-B14F-4D97-AF65-F5344CB8AC3E}">
        <p14:creationId xmlns:p14="http://schemas.microsoft.com/office/powerpoint/2010/main" val="1139275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47BEB-9A81-4A52-A626-0D89987A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Подбор и условия до общения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DAD26-44F1-402E-AFC7-8DF742B84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afba6235d4d0c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863A2-2BF9-4009-BEB4-E9E0C49F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Категория — обязательный фильтр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Видны причины и пробелы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Работодатель выбирает,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какие свидетельства зачесть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Вилка: рубли до налогов за месяц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35BF9-5DAD-4944-B320-39B382A8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3/8</a:t>
            </a:r>
          </a:p>
        </p:txBody>
      </p:sp>
    </p:spTree>
    <p:extLst>
      <p:ext uri="{BB962C8B-B14F-4D97-AF65-F5344CB8AC3E}">
        <p14:creationId xmlns:p14="http://schemas.microsoft.com/office/powerpoint/2010/main" val="88215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1CC0F-6468-49ED-A641-5767C3AA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Контакты после адресного согласия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7D36F-DFE2-45F5-8B7F-03E3ED62C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d0d9f51624915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547F6-FFD4-4DF1-B062-517E7312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Принятие открывает контакты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только компании-отправителю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У другой компании они скрыты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Повтор не меняет решение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Условия сохраняются снимком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3C32F-43A6-4C0E-875A-A5A970E0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4/8</a:t>
            </a:r>
          </a:p>
        </p:txBody>
      </p:sp>
    </p:spTree>
    <p:extLst>
      <p:ext uri="{BB962C8B-B14F-4D97-AF65-F5344CB8AC3E}">
        <p14:creationId xmlns:p14="http://schemas.microsoft.com/office/powerpoint/2010/main" val="1527545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A1270-9F02-4C37-A573-D4FB4B5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Обучение четырёх платформ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C628-98F4-46E8-8ECB-8D13CE5AE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64415075d4272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EA8D6-4CC1-4AA0-BEB9-34FEBAA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iOS · Android · Flutter · Аврора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32 урока и 128 вопросов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Сохранение, разбор, повтор ошибок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Практика не меняет категорию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На экзамене подсказки закрыты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6C083-C91C-43FC-8111-069F38F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5/8</a:t>
            </a:r>
          </a:p>
        </p:txBody>
      </p:sp>
    </p:spTree>
    <p:extLst>
      <p:ext uri="{BB962C8B-B14F-4D97-AF65-F5344CB8AC3E}">
        <p14:creationId xmlns:p14="http://schemas.microsoft.com/office/powerpoint/2010/main" val="914900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C4BAA-BD6E-445C-A7D9-29958D9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MCP, CLI и проверяемые изменения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06467-2F3E-43C9-8CA4-F17657077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65c09d7d44ff8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9072D-C8A2-453E-819E-6AE0B0E8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Персональные токены и scopes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MCP без контактов и частных текстов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V2 готовит неизменяемый черновик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Применяет человек в веб-кабинете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Срок 24 часа; конфликт проверяется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1ED7F-1E23-487E-B356-83F4A282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6/8</a:t>
            </a:r>
          </a:p>
        </p:txBody>
      </p:sp>
    </p:spTree>
    <p:extLst>
      <p:ext uri="{BB962C8B-B14F-4D97-AF65-F5344CB8AC3E}">
        <p14:creationId xmlns:p14="http://schemas.microsoft.com/office/powerpoint/2010/main" val="343909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EA70F-0043-4A9E-B6A5-0AAC8335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Кабинет владельца и доступность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1099D-E207-496B-B742-7D186C506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05c3a524d4fdb"/>
          <a:stretch xmlns:a="http://schemas.openxmlformats.org/drawingml/2006/main"/>
        </p:blipFill>
        <p:spPr>
          <a:xfrm xmlns:a="http://schemas.openxmlformats.org/drawingml/2006/main">
            <a:off x="723900" y="17252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E3160-7A48-448E-8EA9-3F9EC7F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61950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Воронка и показатели по HR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Фильтры и история назначений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Упрощённая версия, клавиатура,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контраст и локальная озвучка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1800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HR работают в общем кабинете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6878-E688-48F0-B3DF-FDB3A2D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7/8</a:t>
            </a:r>
          </a:p>
        </p:txBody>
      </p:sp>
    </p:spTree>
    <p:extLst>
      <p:ext uri="{BB962C8B-B14F-4D97-AF65-F5344CB8AC3E}">
        <p14:creationId xmlns:p14="http://schemas.microsoft.com/office/powerpoint/2010/main" val="919937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627FD-F7CA-4E5F-B06B-6183664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3300" b="1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Проверки и границы демо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850D2-3407-495D-9120-7093C18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047750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148 тестов приложения · 23 теста инструментов</a:t>
            </a:r>
          </a:p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577 HTTP случаев · 69 маршрутов · 111 операций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AI, ФСП, email и мессенджеры — демо / моки</a:t>
            </a:r>
          </a:p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Синтетическая валидация; пилот людей ещё нужен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Backend: Django / SQLite / Gunicorn / uv lock</a:t>
            </a:r>
          </a:p>
          <a:p xmlns:a="http://schemas.openxmlformats.org/drawingml/2006/main">
            <a:pPr>
              <a:defRPr sz="2175" b="0">
                <a:solidFill>
                  <a:srgbClr val="1C1D22"/>
                </a:solidFill>
                <a:latin typeface="Verdana"/>
                <a:ea typeface="Verdana"/>
                <a:cs typeface="Verdana"/>
              </a:defRPr>
            </a:pPr>
            <a:r>
              <a:rPr sz="2175" b="0">
                <a:solidFill>
                  <a:srgbClr val="1C1D22"/>
                </a:solidFill>
                <a:latin typeface="Verdana"/>
                <a:ea typeface="Verdana"/>
                <a:cs typeface="Verdana"/>
              </a:rPr>
              <a:t>Постоянный вход: llmlove.ru/dreamwork/fsp-demo.html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A4F66-2AFA-41AC-89ED-B9E744E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817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0978"/>
                </a:solidFill>
                <a:latin typeface="Verdana"/>
                <a:ea typeface="Verdana"/>
                <a:cs typeface="Verdana"/>
              </a:defRPr>
            </a:pPr>
            <a:r>
              <a:rPr sz="1200" b="0">
                <a:solidFill>
                  <a:srgbClr val="520978"/>
                </a:solidFill>
                <a:latin typeface="Verdana"/>
                <a:ea typeface="Verdana"/>
                <a:cs typeface="Verdana"/>
              </a:rPr>
              <a:t>Код 34942b5 · 12.10.2026 · Синтетические данные · 8/8</a:t>
            </a:r>
          </a:p>
        </p:txBody>
      </p:sp>
    </p:spTree>
    <p:extLst>
      <p:ext uri="{BB962C8B-B14F-4D97-AF65-F5344CB8AC3E}">
        <p14:creationId xmlns:p14="http://schemas.microsoft.com/office/powerpoint/2010/main" val="2025542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2026-10-11T22:40:17.2780000Z</dcterms:created>
  <dcterms:modified xsi:type="dcterms:W3CDTF">2026-10-11T22:40:17.2780000Z</dcterms:modified>
</coreProperties>
</file>