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f4a6f4a0cb4ce4" /><Relationship Type="http://schemas.openxmlformats.org/officeDocument/2006/relationships/extended-properties" Target="/docProps/app.xml" Id="Rb46a679873d34519" /><Relationship Type="http://schemas.openxmlformats.org/officeDocument/2006/relationships/officeDocument" Target="/ppt/presentation.xml" Id="R4646fcbaad944084" /></Relationships>
</file>

<file path=ppt/presentation.xml><?xml version="1.0" encoding="utf-8"?>
<p:presentation xmlns:p="http://schemas.openxmlformats.org/presentationml/2006/main">
  <p:sldMasterIdLst>
    <p:sldMasterId xmlns:r="http://schemas.openxmlformats.org/officeDocument/2006/relationships" id="2147483648" r:id="R138bdacc75f5433c"/>
  </p:sldMasterIdLst>
  <p:notesMasterIdLst>
    <p:notesMasterId xmlns:r="http://schemas.openxmlformats.org/officeDocument/2006/relationships" r:id="Rd27354439fad45b4"/>
  </p:notesMasterIdLst>
  <p:sldIdLst>
    <p:sldId xmlns:r="http://schemas.openxmlformats.org/officeDocument/2006/relationships" id="256" r:id="Re632d87b4440430c"/>
    <p:sldId xmlns:r="http://schemas.openxmlformats.org/officeDocument/2006/relationships" id="257" r:id="Rf3819de7247844cd"/>
    <p:sldId xmlns:r="http://schemas.openxmlformats.org/officeDocument/2006/relationships" id="258" r:id="R9e7ece1fd82b4c81"/>
    <p:sldId xmlns:r="http://schemas.openxmlformats.org/officeDocument/2006/relationships" id="259" r:id="Raf89ca908d5f46d1"/>
    <p:sldId xmlns:r="http://schemas.openxmlformats.org/officeDocument/2006/relationships" id="260" r:id="R7c0eb691e69b4631"/>
    <p:sldId xmlns:r="http://schemas.openxmlformats.org/officeDocument/2006/relationships" id="261" r:id="R409a18b1c2424bde"/>
    <p:sldId xmlns:r="http://schemas.openxmlformats.org/officeDocument/2006/relationships" id="262" r:id="R56311652850d4d08"/>
    <p:sldId xmlns:r="http://schemas.openxmlformats.org/officeDocument/2006/relationships" id="263" r:id="Rf5a45c90f2ea4f28"/>
    <p:sldId xmlns:r="http://schemas.openxmlformats.org/officeDocument/2006/relationships" id="264" r:id="R271bc84aa8ae4c1e"/>
    <p:sldId xmlns:r="http://schemas.openxmlformats.org/officeDocument/2006/relationships" id="265" r:id="Rd4d1f66385744760"/>
    <p:sldId xmlns:r="http://schemas.openxmlformats.org/officeDocument/2006/relationships" id="266" r:id="R510f6e195f3c4204"/>
    <p:sldId xmlns:r="http://schemas.openxmlformats.org/officeDocument/2006/relationships" id="267" r:id="R185a0d6b01564d37"/>
    <p:sldId xmlns:r="http://schemas.openxmlformats.org/officeDocument/2006/relationships" id="268" r:id="Rd98de74d3faf429d"/>
    <p:sldId xmlns:r="http://schemas.openxmlformats.org/officeDocument/2006/relationships" id="269" r:id="R75ae76b8a3384324"/>
    <p:sldId xmlns:r="http://schemas.openxmlformats.org/officeDocument/2006/relationships" id="270" r:id="Rc35d1b11de8b49c3"/>
    <p:sldId xmlns:r="http://schemas.openxmlformats.org/officeDocument/2006/relationships" id="271" r:id="R5f04d1a5984a4b8d"/>
    <p:sldId xmlns:r="http://schemas.openxmlformats.org/officeDocument/2006/relationships" id="272" r:id="R6cd397f33985482a"/>
    <p:sldId xmlns:r="http://schemas.openxmlformats.org/officeDocument/2006/relationships" id="273" r:id="R16a9b41f234e4825"/>
  </p:sldIdLst>
  <p:sldSz cx="12192000" cy="6858000"/>
  <p:notesSz cx="6858000" cy="9144000"/>
  <p:defaultTextStyle>
    <a:defPPr xmlns:a="http://schemas.openxmlformats.org/drawingml/2006/main">
      <a:buNone/>
    </a:defPPr>
    <a:lvl1pPr xmlns:a="http://schemas.openxmlformats.org/drawingml/2006/main" marL="0" algn="l" defTabSz="914220">
      <a:buNone/>
      <a:defRPr sz="1800" kern="1200">
        <a:solidFill>
          <a:schemeClr val="tx1"/>
        </a:solidFill>
        <a:latin typeface="+mn-lt"/>
        <a:ea typeface="+mn-lt"/>
        <a:cs typeface="+mn-lt"/>
      </a:defRPr>
    </a:lvl1pPr>
    <a:lvl2pPr xmlns:a="http://schemas.openxmlformats.org/drawingml/2006/main" marL="457110" algn="l" defTabSz="914220">
      <a:buNone/>
      <a:defRPr sz="1800" kern="1200">
        <a:solidFill>
          <a:schemeClr val="tx1"/>
        </a:solidFill>
        <a:latin typeface="+mn-lt"/>
        <a:ea typeface="+mn-lt"/>
        <a:cs typeface="+mn-lt"/>
      </a:defRPr>
    </a:lvl2pPr>
    <a:lvl3pPr xmlns:a="http://schemas.openxmlformats.org/drawingml/2006/main" marL="914220" algn="l" defTabSz="914220">
      <a:buNone/>
      <a:defRPr sz="1800" kern="1200">
        <a:solidFill>
          <a:schemeClr val="tx1"/>
        </a:solidFill>
        <a:latin typeface="+mn-lt"/>
        <a:ea typeface="+mn-lt"/>
        <a:cs typeface="+mn-lt"/>
      </a:defRPr>
    </a:lvl3pPr>
    <a:lvl4pPr xmlns:a="http://schemas.openxmlformats.org/drawingml/2006/main" marL="1371329" algn="l" defTabSz="914220">
      <a:buNone/>
      <a:defRPr sz="1800" kern="1200">
        <a:solidFill>
          <a:schemeClr val="tx1"/>
        </a:solidFill>
        <a:latin typeface="+mn-lt"/>
        <a:ea typeface="+mn-lt"/>
        <a:cs typeface="+mn-lt"/>
      </a:defRPr>
    </a:lvl4pPr>
    <a:lvl5pPr xmlns:a="http://schemas.openxmlformats.org/drawingml/2006/main" marL="1828439" algn="l" defTabSz="914220">
      <a:buNone/>
      <a:defRPr sz="1800" kern="1200">
        <a:solidFill>
          <a:schemeClr val="tx1"/>
        </a:solidFill>
        <a:latin typeface="+mn-lt"/>
        <a:ea typeface="+mn-lt"/>
        <a:cs typeface="+mn-lt"/>
      </a:defRPr>
    </a:lvl5pPr>
    <a:lvl6pPr xmlns:a="http://schemas.openxmlformats.org/drawingml/2006/main" marL="2285549" algn="l" defTabSz="914220">
      <a:buNone/>
      <a:defRPr sz="1800" kern="1200">
        <a:solidFill>
          <a:schemeClr val="tx1"/>
        </a:solidFill>
        <a:latin typeface="+mn-lt"/>
        <a:ea typeface="+mn-lt"/>
        <a:cs typeface="+mn-lt"/>
      </a:defRPr>
    </a:lvl6pPr>
    <a:lvl7pPr xmlns:a="http://schemas.openxmlformats.org/drawingml/2006/main" marL="2742658" algn="l" defTabSz="914220">
      <a:buNone/>
      <a:defRPr sz="1800" kern="1200">
        <a:solidFill>
          <a:schemeClr val="tx1"/>
        </a:solidFill>
        <a:latin typeface="+mn-lt"/>
        <a:ea typeface="+mn-lt"/>
        <a:cs typeface="+mn-lt"/>
      </a:defRPr>
    </a:lvl7pPr>
    <a:lvl8pPr xmlns:a="http://schemas.openxmlformats.org/drawingml/2006/main" marL="3199765" algn="l" defTabSz="914220">
      <a:buNone/>
      <a:defRPr sz="1800" kern="1200">
        <a:solidFill>
          <a:schemeClr val="tx1"/>
        </a:solidFill>
        <a:latin typeface="+mn-lt"/>
        <a:ea typeface="+mn-lt"/>
        <a:cs typeface="+mn-lt"/>
      </a:defRPr>
    </a:lvl8pPr>
    <a:lvl9pPr xmlns:a="http://schemas.openxmlformats.org/drawingml/2006/main" marL="3656877" algn="l" defTabSz="91422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67d8acc462644aa" /><Relationship Type="http://schemas.openxmlformats.org/officeDocument/2006/relationships/slideMaster" Target="/ppt/slideMasters/slideMaster1.xml" Id="R138bdacc75f5433c" /><Relationship Type="http://schemas.openxmlformats.org/officeDocument/2006/relationships/notesMaster" Target="/ppt/notesMasters/notesMaster1.xml" Id="Rd27354439fad45b4" /><Relationship Type="http://schemas.openxmlformats.org/officeDocument/2006/relationships/presProps" Target="/ppt/presProps.xml" Id="R36682dd70f4d47ff" /><Relationship Type="http://schemas.openxmlformats.org/officeDocument/2006/relationships/viewProps" Target="/ppt/viewProps.xml" Id="R751d2162fe0e475e" /><Relationship Type="http://schemas.openxmlformats.org/officeDocument/2006/relationships/tableStyles" Target="/ppt/tableStyles.xml" Id="R0703d9d7a52f4e2b" /><Relationship Type="http://schemas.openxmlformats.org/officeDocument/2006/relationships/slide" Target="/ppt/slides/slide1.xml" Id="Re632d87b4440430c" /><Relationship Type="http://schemas.openxmlformats.org/officeDocument/2006/relationships/slide" Target="/ppt/slides/slide2.xml" Id="Rf3819de7247844cd" /><Relationship Type="http://schemas.openxmlformats.org/officeDocument/2006/relationships/slide" Target="/ppt/slides/slide3.xml" Id="R9e7ece1fd82b4c81" /><Relationship Type="http://schemas.openxmlformats.org/officeDocument/2006/relationships/slide" Target="/ppt/slides/slide4.xml" Id="Raf89ca908d5f46d1" /><Relationship Type="http://schemas.openxmlformats.org/officeDocument/2006/relationships/slide" Target="/ppt/slides/slide5.xml" Id="R7c0eb691e69b4631" /><Relationship Type="http://schemas.openxmlformats.org/officeDocument/2006/relationships/slide" Target="/ppt/slides/slide6.xml" Id="R409a18b1c2424bde" /><Relationship Type="http://schemas.openxmlformats.org/officeDocument/2006/relationships/slide" Target="/ppt/slides/slide7.xml" Id="R56311652850d4d08" /><Relationship Type="http://schemas.openxmlformats.org/officeDocument/2006/relationships/slide" Target="/ppt/slides/slide8.xml" Id="Rf5a45c90f2ea4f28" /><Relationship Type="http://schemas.openxmlformats.org/officeDocument/2006/relationships/slide" Target="/ppt/slides/slide9.xml" Id="R271bc84aa8ae4c1e" /><Relationship Type="http://schemas.openxmlformats.org/officeDocument/2006/relationships/slide" Target="/ppt/slides/slide10.xml" Id="Rd4d1f66385744760" /><Relationship Type="http://schemas.openxmlformats.org/officeDocument/2006/relationships/slide" Target="/ppt/slides/slide11.xml" Id="R510f6e195f3c4204" /><Relationship Type="http://schemas.openxmlformats.org/officeDocument/2006/relationships/slide" Target="/ppt/slides/slide12.xml" Id="R185a0d6b01564d37" /><Relationship Type="http://schemas.openxmlformats.org/officeDocument/2006/relationships/slide" Target="/ppt/slides/slide13.xml" Id="Rd98de74d3faf429d" /><Relationship Type="http://schemas.openxmlformats.org/officeDocument/2006/relationships/slide" Target="/ppt/slides/slide14.xml" Id="R75ae76b8a3384324" /><Relationship Type="http://schemas.openxmlformats.org/officeDocument/2006/relationships/slide" Target="/ppt/slides/slide15.xml" Id="Rc35d1b11de8b49c3" /><Relationship Type="http://schemas.openxmlformats.org/officeDocument/2006/relationships/slide" Target="/ppt/slides/slide16.xml" Id="R5f04d1a5984a4b8d" /><Relationship Type="http://schemas.openxmlformats.org/officeDocument/2006/relationships/slide" Target="/ppt/slides/slide17.xml" Id="R6cd397f33985482a" /><Relationship Type="http://schemas.openxmlformats.org/officeDocument/2006/relationships/slide" Target="/ppt/slides/slide18.xml" Id="R16a9b41f234e48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a190f85dd04a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Для Академия инноваторов 16_9">
  <a:themeElements>
    <a:clrScheme name="Пользовательские 2">
      <a:dk1>
        <a:srgbClr val="000000"/>
      </a:dk1>
      <a:lt1>
        <a:srgbClr val="FFFFFF"/>
      </a:lt1>
      <a:dk2>
        <a:srgbClr val="1C1D22"/>
      </a:dk2>
      <a:lt2>
        <a:srgbClr val="E5E7E9"/>
      </a:lt2>
      <a:accent1>
        <a:srgbClr val="FF0053"/>
      </a:accent1>
      <a:accent2>
        <a:srgbClr val="FFD6E3"/>
      </a:accent2>
      <a:accent3>
        <a:srgbClr val="FC3777"/>
      </a:accent3>
      <a:accent4>
        <a:srgbClr val="8A83D1"/>
      </a:accent4>
      <a:accent5>
        <a:srgbClr val="520977"/>
      </a:accent5>
      <a:accent6>
        <a:srgbClr val="2D1451"/>
      </a:accent6>
      <a:hlink>
        <a:srgbClr val="FF0053"/>
      </a:hlink>
      <a:folHlink>
        <a:srgbClr val="5D2B84"/>
      </a:folHlink>
    </a:clrScheme>
    <a:fontScheme name="Лидеры цифровой трансформации">
      <a:majorFont>
        <a:latin typeface="Montserrat"/>
        <a:ea typeface=""/>
        <a:cs typeface=""/>
      </a:majorFont>
      <a:minorFont>
        <a:latin typeface="Montserrat"/>
        <a:ea typeface=""/>
        <a:cs typeface=""/>
      </a:minorFont>
    </a:fontScheme>
    <a:fmtScheme name="Пользовательские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edfe6f54134bd1" /><Relationship Type="http://schemas.openxmlformats.org/officeDocument/2006/relationships/notesMaster" Target="/ppt/notesMasters/notesMaster1.xml" Id="Rbd4cf07fd83144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324670a0c64077" /><Relationship Type="http://schemas.openxmlformats.org/officeDocument/2006/relationships/notesMaster" Target="/ppt/notesMasters/notesMaster1.xml" Id="R9a249378ccda45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efc69dc1e14e25" /><Relationship Type="http://schemas.openxmlformats.org/officeDocument/2006/relationships/notesMaster" Target="/ppt/notesMasters/notesMaster1.xml" Id="R0eb82ad5815a47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cee4e57db94052" /><Relationship Type="http://schemas.openxmlformats.org/officeDocument/2006/relationships/notesMaster" Target="/ppt/notesMasters/notesMaster1.xml" Id="Re322f25d852847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23a57379be4c36" /><Relationship Type="http://schemas.openxmlformats.org/officeDocument/2006/relationships/notesMaster" Target="/ppt/notesMasters/notesMaster1.xml" Id="R2cb1a46e8add47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a1cce84be54d46" /><Relationship Type="http://schemas.openxmlformats.org/officeDocument/2006/relationships/notesMaster" Target="/ppt/notesMasters/notesMaster1.xml" Id="Rde55727b1fd84b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cd7618484a4335" /><Relationship Type="http://schemas.openxmlformats.org/officeDocument/2006/relationships/notesMaster" Target="/ppt/notesMasters/notesMaster1.xml" Id="R61856ac9e55f4e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386381067248ed" /><Relationship Type="http://schemas.openxmlformats.org/officeDocument/2006/relationships/notesMaster" Target="/ppt/notesMasters/notesMaster1.xml" Id="Rec37a1a55b174f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a987fb0c8548ef" /><Relationship Type="http://schemas.openxmlformats.org/officeDocument/2006/relationships/notesMaster" Target="/ppt/notesMasters/notesMaster1.xml" Id="Rf5bbeb2195394d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e1a4917aef404c" /><Relationship Type="http://schemas.openxmlformats.org/officeDocument/2006/relationships/notesMaster" Target="/ppt/notesMasters/notesMaster1.xml" Id="R04d2d1f25e2848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e95ba06f364f5d" /><Relationship Type="http://schemas.openxmlformats.org/officeDocument/2006/relationships/notesMaster" Target="/ppt/notesMasters/notesMaster1.xml" Id="R8130bd1f320e4f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a7c6938b7f439a" /><Relationship Type="http://schemas.openxmlformats.org/officeDocument/2006/relationships/notesMaster" Target="/ppt/notesMasters/notesMaster1.xml" Id="Re74c1ca6125d4c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cdc17537834114" /><Relationship Type="http://schemas.openxmlformats.org/officeDocument/2006/relationships/notesMaster" Target="/ppt/notesMasters/notesMaster1.xml" Id="R870d7857d1e543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3507789ebb4110" /><Relationship Type="http://schemas.openxmlformats.org/officeDocument/2006/relationships/notesMaster" Target="/ppt/notesMasters/notesMaster1.xml" Id="R46e7ca6b25d7467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660070ff6c446a" /><Relationship Type="http://schemas.openxmlformats.org/officeDocument/2006/relationships/notesMaster" Target="/ppt/notesMasters/notesMaster1.xml" Id="R242f4d3a293d46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8c5a13277e4556" /><Relationship Type="http://schemas.openxmlformats.org/officeDocument/2006/relationships/notesMaster" Target="/ppt/notesMasters/notesMaster1.xml" Id="Ra5b3b5b83d2240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74ad92a8f044b8" /><Relationship Type="http://schemas.openxmlformats.org/officeDocument/2006/relationships/notesMaster" Target="/ppt/notesMasters/notesMaster1.xml" Id="R530f972fdfd043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9077089309483e" /><Relationship Type="http://schemas.openxmlformats.org/officeDocument/2006/relationships/notesMaster" Target="/ppt/notesMasters/notesMaster1.xml" Id="R1db6496fb52548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Мы команда «Трудяжки». Предлагаем платформу обратного найма для участников Федерации спортивного программирования. Открытая матрица описывает навыки и требования к уровням. Кандидат проходит тест и получает профиль по этой матрице. Компания выбирает требования к вакансии по той же шкале. Работодатель находит подходящего человека и присылает предложение с условиями. Кандидат решает, готов ли начать разговор. Наша цель — сделать первый контакт предметным и сократить лишние усилия обеих сторон. Сегодня покажем концепцию и план её проверки.</a:t>
            </a:r>
          </a:p>
          <a:p xmlns:a="http://schemas.openxmlformats.org/drawingml/2006/main">
            <a:r>
              <a:t/>
            </a:r>
          </a:p>
          <a:p xmlns:a="http://schemas.openxmlformats.org/drawingml/2006/main">
            <a:r>
              <a:t>Основания и источники</a:t>
            </a:r>
          </a:p>
          <a:p xmlns:a="http://schemas.openxmlformats.org/drawingml/2006/main">
            <a:r>
              <a:t>Техническое задание ФСП, раздел 2. Страница команды: StaticSite/FSP/index.html.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Основа решения — открытая матрица компетенций: единый язык кандидата и компании. В ней описаны области знаний, проверяемые умения и критерии уровня. Кандидат выбирает специализацию и заявленный грейд, затем подтверждает его тестом. Компания задаёт требования по той же матрице, даже если её внутренние названия грейдов отличаются. Подбор объясняет соответствие каждому требованию. До согласия на контакт профиль анонимный. Это концепция продукта, которую предстоит реализовать и проверить.</a:t>
            </a:r>
          </a:p>
          <a:p xmlns:a="http://schemas.openxmlformats.org/drawingml/2006/main">
            <a:r>
              <a:t/>
            </a:r>
          </a:p>
          <a:p xmlns:a="http://schemas.openxmlformats.org/drawingml/2006/main">
            <a:r>
              <a:t>Основания и источники</a:t>
            </a:r>
          </a:p>
          <a:p xmlns:a="http://schemas.openxmlformats.org/drawingml/2006/main">
            <a:r>
              <a:t>ТЗ, разделы 2, 2.1, 2.2. Q&amp;A, разделы 2, 4, 5. Страница команды подтверждает состав из трёх человек.</a:t>
            </a:r>
          </a:p>
          <a:p xmlns:a="http://schemas.openxmlformats.org/drawingml/2006/main">
            <a:r>
              <a:t/>
            </a: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странице команды указан состав из трёх человек. Для выполнения задачи предлагаем три зоны ответственности. Первая объединяет продуктовые сценарии и интерфейс. Вторая охватывает серверную логику и данные. Третья отвечает за тестирование навыков и качество подбора. Это план распределения работы, а не утверждение о специальностях конкретных участников. Главная общая задача команды — довести один путь от подтверждения навыков до принятого приглашения.</a:t>
            </a:r>
            <a:endParaRPr/>
          </a:p>
          <a:p xmlns:a="http://schemas.openxmlformats.org/drawingml/2006/main">
            <a:r>
              <a:t/>
            </a:r>
            <a:endParaRPr/>
          </a:p>
          <a:p xmlns:a="http://schemas.openxmlformats.org/drawingml/2006/main">
            <a:r>
              <a:t>Основания и источники</a:t>
            </a:r>
            <a:endParaRPr/>
          </a:p>
          <a:p xmlns:a="http://schemas.openxmlformats.org/drawingml/2006/main">
            <a:r>
              <a:t>StaticSite/FSP/index.html. Назначение ролей — проектное решение. ФИО и контакты не предоставлены.</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Мы выбрали задачу подтверждения навыков для найма участников ФСП. У работодателей разные представления о грейдах, поэтому одного названия уровня недостаточно. Из ТЗ и ответов постановщиков следует необходимость подтверждать категорию кандидата и подбирать его под потребность компании. Наше проектное решение — сделать критерии навыков открытыми и использовать их с обеих сторон. Достижения ФСП сохраняем отдельным источником. Проверим матрицу с экспертами, качество тестов и понятность подбора.</a:t>
            </a:r>
            <a:endParaRPr/>
          </a:p>
          <a:p xmlns:a="http://schemas.openxmlformats.org/drawingml/2006/main">
            <a:r>
              <a:t/>
            </a:r>
            <a:endParaRPr/>
          </a:p>
          <a:p xmlns:a="http://schemas.openxmlformats.org/drawingml/2006/main">
            <a:r>
              <a:t>Основания и источники</a:t>
            </a:r>
            <a:endParaRPr/>
          </a:p>
          <a:p xmlns:a="http://schemas.openxmlformats.org/drawingml/2006/main">
            <a:r>
              <a:t>ТЗ, раздел 2. Q&amp;A, разделы 2–4. Исследование: Docs/competitor-analysis-2026-10-11.md.</a:t>
            </a:r>
            <a:endParaRPr/>
          </a:p>
          <a:p xmlns:a="http://schemas.openxmlformats.org/drawingml/2006/main">
            <a:r>
              <a:t/>
            </a:r>
            <a:endParaRP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Покажем конкретную механику. Кандидат проходит тест, привязанный к навыкам и уровням открытой матрицы. Результат показывает подтверждённые области и пробелы. Компания выставляет требования в той же системе координат и получает понятное сравнение, а не только итоговый балл. Профиль до согласия анонимный. После приглашения кандидат принимает решение, а журнал сохраняет статус и указанную причину отказа. Соревнования компаний предлагаем как следующий этап: они расширяют проверяемые компетенции, но не заменяют квалификационный тест.</a:t>
            </a:r>
          </a:p>
          <a:p xmlns:a="http://schemas.openxmlformats.org/drawingml/2006/main">
            <a:r>
              <a:t/>
            </a:r>
          </a:p>
          <a:p xmlns:a="http://schemas.openxmlformats.org/drawingml/2006/main">
            <a:r>
              <a:t>Основания и источники</a:t>
            </a:r>
          </a:p>
          <a:p xmlns:a="http://schemas.openxmlformats.org/drawingml/2006/main">
            <a:r>
              <a:t>ТЗ, разделы 2.1–2.2. Порядок развития — решение команды.</a:t>
            </a:r>
          </a:p>
          <a:p xmlns:a="http://schemas.openxmlformats.org/drawingml/2006/main">
            <a:r>
              <a:t/>
            </a: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Кандидат подтверждает навыки по открытой матрице. Компания формулирует требования по той же шкале и получает анонимные профили с объяснением соответствия. Приглашение содержит задачи, условия и зарплатную вилку. Контакты открываются только конкретной компании после принятия. При отказе кандидат может указать причину, например неподходящую вилку или формат работы. Система не придумывает причину за пользователя. Журнал позволяет обеим сторонам видеть свои приглашения и решения.</a:t>
            </a:r>
          </a:p>
          <a:p xmlns:a="http://schemas.openxmlformats.org/drawingml/2006/main">
            <a:r>
              <a:t/>
            </a:r>
          </a:p>
          <a:p xmlns:a="http://schemas.openxmlformats.org/drawingml/2006/main">
            <a:r>
              <a:t>Основания и источники</a:t>
            </a:r>
          </a:p>
          <a:p xmlns:a="http://schemas.openxmlformats.org/drawingml/2006/main">
            <a:r>
              <a:t>ТЗ, разделы 2.1–2.2. Q&amp;A, раздел 5.</a:t>
            </a:r>
          </a:p>
          <a:p xmlns:a="http://schemas.openxmlformats.org/drawingml/2006/main">
            <a:r>
              <a:t/>
            </a: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Матрица раскрывает, что именно означает уровень. Пример для Backend иллюстративный: работа с SQL и API должна иметь наблюдаемые критерии. Для более высокого уровня проверяем более сложные умения, например оптимизацию запросов. Полную матрицу и пороги утверждаем после экспертной проверки. Кандидат выбирает уровень, а тест проверяет его по заранее заданной рубрике. Работодатель выбирает требования по этой же матрице. Спортивное достижение не присваивает профессиональный грейд. Неудачная попытка оставляет статус «не подтверждён» и возможность проверить уровень ниже. Интервал смены подтверждённого грейда в 90 дней остаётся предложением команды.</a:t>
            </a:r>
          </a:p>
          <a:p xmlns:a="http://schemas.openxmlformats.org/drawingml/2006/main">
            <a:r>
              <a:t/>
            </a:r>
          </a:p>
          <a:p xmlns:a="http://schemas.openxmlformats.org/drawingml/2006/main">
            <a:r>
              <a:t>Основания и источники</a:t>
            </a:r>
          </a:p>
          <a:p xmlns:a="http://schemas.openxmlformats.org/drawingml/2006/main">
            <a:r>
              <a:t>ТЗ, раздел 2. Q&amp;A, раздел 2. Интервал 90 дней — предложение команды.</a:t>
            </a:r>
          </a:p>
          <a:p xmlns:a="http://schemas.openxmlformats.org/drawingml/2006/main">
            <a:r>
              <a:t/>
            </a: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Тест строится из матрицы: сначала задаём проверяемое умение, затем подбираем задания и критерии оценки. Например, умение составить JOIN проверяется задачей с известными условиями правильного ответа. Банк содержит проверенные варианты, а не случайно сгенерированные вопросы. Варианты должны проверять одинаковые умения с близкой сложностью. Результат раскрываем по навыкам и сохраняем версии заданий, ответы и рубрику. Эксперты разбирают спорные случаи. Контроль утечек и обновление банка необходимы, но полную защиту от списывания не обещаем.</a:t>
            </a:r>
          </a:p>
          <a:p xmlns:a="http://schemas.openxmlformats.org/drawingml/2006/main">
            <a:r>
              <a:t/>
            </a:r>
          </a:p>
          <a:p xmlns:a="http://schemas.openxmlformats.org/drawingml/2006/main">
            <a:r>
              <a:t>Основания и источники</a:t>
            </a:r>
          </a:p>
          <a:p xmlns:a="http://schemas.openxmlformats.org/drawingml/2006/main">
            <a:r>
              <a:t>ТЗ, раздел 2. Q&amp;A, раздел 3. Исследование, разделы 6.3 и 9.</a:t>
            </a:r>
          </a:p>
          <a:p xmlns:a="http://schemas.openxmlformats.org/drawingml/2006/main">
            <a:r>
              <a:t/>
            </a: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достижения сохраняем источник, событие, дату, дисциплину и результат. Командное достижение показываем как командное, без приписывания человеку неизвестного личного вклада. В подборе эти сведения дополняют подтверждённый профиль внутри категории. Кандидат без истории ФСП остаётся полноценным участником платформы. Если источник недоступен, показываем статус проверки. В хакатонном MVP используем собственные демоданные и имитацию связи с FSP ID. Это демонстрация будущего контракта, а не готовая интеграция с реестром.</a:t>
            </a:r>
          </a:p>
          <a:p xmlns:a="http://schemas.openxmlformats.org/drawingml/2006/main">
            <a:r>
              <a:t/>
            </a:r>
          </a:p>
          <a:p xmlns:a="http://schemas.openxmlformats.org/drawingml/2006/main">
            <a:r>
              <a:t>Основания и источники</a:t>
            </a:r>
          </a:p>
          <a:p xmlns:a="http://schemas.openxmlformats.org/drawingml/2006/main">
            <a:r>
              <a:t>ТЗ, раздел 2. Q&amp;A, раздел 4. Исследование, раздел 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Работодатель задаёт требования к навыкам и уровням через открытую матрицу. Подбор сопоставляет их с подтверждениями кандидата и объясняет каждое совпадение и пробел. В синтетическом примере SQL подтверждён, а проектирование API требует дополнительной проверки. Заявленный Kubernetes показываем отдельно от проверенного. Достижения ФСП дополняют ранжирование внутри категории. Состав требований и правила подбора ещё предстоит проверить с экспертами.</a:t>
            </a:r>
          </a:p>
          <a:p xmlns:a="http://schemas.openxmlformats.org/drawingml/2006/main">
            <a:r>
              <a:t/>
            </a:r>
          </a:p>
          <a:p xmlns:a="http://schemas.openxmlformats.org/drawingml/2006/main">
            <a:r>
              <a:t>Основания и источники</a:t>
            </a:r>
          </a:p>
          <a:p xmlns:a="http://schemas.openxmlformats.org/drawingml/2006/main">
            <a:r>
              <a:t>ТЗ, функциональные требования к подбору. Пример профиля — синтетический.</a:t>
            </a:r>
          </a:p>
          <a:p xmlns:a="http://schemas.openxmlformats.org/drawingml/2006/main">
            <a:r>
              <a:t/>
            </a: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Покажем смысл адресного предложения на вымышленном примере. Компания ищет backend-разработчика для API и PostgreSQL. Кандидат сразу видит формат работы и вилку от ста восьмидесяти до двухсот двадцати тысяч рублей в месяц до вычета налогов. Название компании и способ связи входят в предложение. Принятие открывает контакты только этой компании. Отправка или просмотр приглашения доступа не дают. Так мы связываем инициативу работодателя с правом кандидата выбирать, с кем начинать разговор.</a:t>
            </a:r>
          </a:p>
          <a:p xmlns:a="http://schemas.openxmlformats.org/drawingml/2006/main">
            <a:r>
              <a:t/>
            </a:r>
          </a:p>
          <a:p xmlns:a="http://schemas.openxmlformats.org/drawingml/2006/main">
            <a:r>
              <a:t>Основания и источники</a:t>
            </a:r>
          </a:p>
          <a:p xmlns:a="http://schemas.openxmlformats.org/drawingml/2006/main">
            <a:r>
              <a:t>ТЗ, раздел 2.2. Компания, вакансия и вилка — демонстрационные данные.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Предлагаем анонимный профиль до согласия кандидата: компания видит релевантные навыки и подтверждения, но не имя, фото и контакты. Это правило должно действовать в интерфейсе, API и PDF. Свободный текст и вложения тоже могут раскрывать личность, поэтому их требуется очищать для анонимного просмотра. Полную неидентифицируемость по уникальным достижениям обещать нельзя. После принятия сервер открывает контакты только конкретной компании. Журнал сохраняет статус и причину отказа, если её указали. Система не должна выводить мотив отказа автоматически.</a:t>
            </a:r>
          </a:p>
          <a:p xmlns:a="http://schemas.openxmlformats.org/drawingml/2006/main">
            <a:r>
              <a:t/>
            </a:r>
          </a:p>
          <a:p xmlns:a="http://schemas.openxmlformats.org/drawingml/2006/main">
            <a:r>
              <a:t>Основания и источники</a:t>
            </a:r>
          </a:p>
          <a:p xmlns:a="http://schemas.openxmlformats.org/drawingml/2006/main">
            <a:r>
              <a:t>ТЗ, разделы 2.1–2.2. Q&amp;A, раздел 5. Исследование, раздел 9.</a:t>
            </a:r>
          </a:p>
          <a:p xmlns:a="http://schemas.openxmlformats.org/drawingml/2006/main">
            <a:r>
              <a:t/>
            </a: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первого MVP выбираем обычный веб-стек: React, FastAPI и PostgreSQL, запуск через Docker Compose. Это предложение по реализации, а не описание уже собранного сервиса. Все критичные правила находятся на сервере: подтверждение категории, формирование выдачи и разрешение доступа. Результаты тестов и приглашения сохраняют историю изменений. Адаптер ФСП отделяет демоисточник от будущей интеграции. Первичный грейд определяется рубрикой, поэтому основной сценарий не требует GPU и не зависит от доступности языковой модели.</a:t>
            </a:r>
          </a:p>
          <a:p xmlns:a="http://schemas.openxmlformats.org/drawingml/2006/main">
            <a:r>
              <a:t/>
            </a:r>
          </a:p>
          <a:p xmlns:a="http://schemas.openxmlformats.org/drawingml/2006/main">
            <a:r>
              <a:t>Основания и источники</a:t>
            </a:r>
          </a:p>
          <a:p xmlns:a="http://schemas.openxmlformats.org/drawingml/2006/main">
            <a:r>
              <a:t>ТЗ и Q&amp;A не фиксируют обязательный стек. Выбор стека — решение команды. Боевой контракт ФСП отсутствует.</a:t>
            </a:r>
          </a:p>
          <a:p xmlns:a="http://schemas.openxmlformats.org/drawingml/2006/main">
            <a:r>
              <a:t/>
            </a:r>
          </a:p>
          <a:p xmlns:a="http://schemas.openxmlformats.org/drawingml/2006/main">
            <a:r>
              <a:t>Видео проекта</a:t>
            </a:r>
          </a:p>
          <a:p xmlns:a="http://schemas.openxmlformats.org/drawingml/2006/main">
            <a:r>
              <a:t>Пять роликов иллюстрируют концепцию. Шестой показывает моковый прототип. Видео и текущий сайт могут отличаться по интерфейсу и составу функций.</a:t>
            </a:r>
          </a:p>
          <a:p xmlns:a="http://schemas.openxmlformats.org/drawingml/2006/main">
            <a:r>
              <a:t>1. Профиль: https://github.com/Headmast/FSP/blob/main/video/1.mp4</a:t>
            </a:r>
          </a:p>
          <a:p xmlns:a="http://schemas.openxmlformats.org/drawingml/2006/main">
            <a:r>
              <a:t>2. Материалы: https://github.com/Headmast/FSP/blob/main/video/2.mp4</a:t>
            </a:r>
          </a:p>
          <a:p xmlns:a="http://schemas.openxmlformats.org/drawingml/2006/main">
            <a:r>
              <a:t>3. Проверка навыков: https://github.com/Headmast/FSP/blob/main/video/3.mp4</a:t>
            </a:r>
          </a:p>
          <a:p xmlns:a="http://schemas.openxmlformats.org/drawingml/2006/main">
            <a:r>
              <a:t>4. Подбор кандидатов: https://github.com/Headmast/FSP/blob/main/video/4.mp4</a:t>
            </a:r>
          </a:p>
          <a:p xmlns:a="http://schemas.openxmlformats.org/drawingml/2006/main">
            <a:r>
              <a:t>5. Достижения: https://github.com/Headmast/FSP/blob/main/video/5.mp4</a:t>
            </a:r>
          </a:p>
          <a:p xmlns:a="http://schemas.openxmlformats.org/drawingml/2006/main">
            <a:r>
              <a:t>6. Прототип (1:10): https://github.com/Headmast/FSP/blob/main/video/6.mp4</a:t>
            </a:r>
          </a:p>
          <a:p xmlns:a="http://schemas.openxmlformats.org/drawingml/2006/main">
            <a:r>
              <a:t>Каталог: https://github.com/Headmast/FSP/tree/main/video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Поиск кандидатов и проверка навыков уже существуют. Хабр Карьера предлагает поиск специалистов с фильтрами, getmatch — подборки кандидатов, HackerRank — стандартизированные оценки. Наша ставка — собрать требуемую ФСП механику в последовательный процесс с общей матрицей навыков, раздельными источниками подтверждения и анонимным профилем до согласия. На следующем этапе хотим проверить, готовы ли компании засчитывать часть свидетельства и сокращать повторные задания. Не заявляем, что такой возможности нет у всех конкурентов. Её ценность и принятие работодателями ещё нужно доказать.</a:t>
            </a:r>
          </a:p>
          <a:p xmlns:a="http://schemas.openxmlformats.org/drawingml/2006/main">
            <a:r>
              <a:t/>
            </a:r>
          </a:p>
          <a:p xmlns:a="http://schemas.openxmlformats.org/drawingml/2006/main">
            <a:r>
              <a:t>Основания и источники</a:t>
            </a:r>
          </a:p>
          <a:p xmlns:a="http://schemas.openxmlformats.org/drawingml/2006/main">
            <a:r>
              <a:t>[Хабр Карьера — поиск специалистов](https://career.habr.com/info/resumes_search).</a:t>
            </a:r>
          </a:p>
          <a:p xmlns:a="http://schemas.openxmlformats.org/drawingml/2006/main">
            <a:r>
              <a:t/>
            </a:r>
          </a:p>
          <a:p xmlns:a="http://schemas.openxmlformats.org/drawingml/2006/main">
            <a:r>
              <a:t>[getmatch — работодателю](https://getmatch.ru/companies).</a:t>
            </a:r>
          </a:p>
          <a:p xmlns:a="http://schemas.openxmlformats.org/drawingml/2006/main">
            <a:r>
              <a:t/>
            </a:r>
          </a:p>
          <a:p xmlns:a="http://schemas.openxmlformats.org/drawingml/2006/main">
            <a:r>
              <a:t>[HackerRank Certified Assessments](https://support.hackerrank.com/articles/1649328687-hackerrank-certified-assessments).</a:t>
            </a:r>
          </a:p>
          <a:p xmlns:a="http://schemas.openxmlformats.org/drawingml/2006/main">
            <a:r>
              <a:t/>
            </a:r>
          </a:p>
          <a:p xmlns:a="http://schemas.openxmlformats.org/drawingml/2006/main">
            <a:r>
              <a:t>Официальные страницы проверены 11.10.2026. Свойство сервисов не доказывает эффективность нашего решения.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центре проверки — качество матрицы. Эксперты должны одинаково понимать навыки и границы уровней. Проверяем соответствие каждой задачи критерию матрицы и сопоставимость вариантов. На пограничных ответах сравниваем оценки экспертов и рубрики. Затем проверяем подбор на размеченных парах вакансий и кандидатов: Precision@5, ошибки обязательных требований и понятность объяснений. Отдельно проверяем анонимность до принятия приглашения. Это план проверки. Численных результатов в материалах проекта пока нет.</a:t>
            </a:r>
          </a:p>
          <a:p xmlns:a="http://schemas.openxmlformats.org/drawingml/2006/main">
            <a:r>
              <a:t/>
            </a:r>
          </a:p>
          <a:p xmlns:a="http://schemas.openxmlformats.org/drawingml/2006/main">
            <a:r>
              <a:t>Основания и источники</a:t>
            </a:r>
          </a:p>
          <a:p xmlns:a="http://schemas.openxmlformats.org/drawingml/2006/main">
            <a:r>
              <a:t>ТЗ, требование собственной валидации. Исследование, раздел 9. Все метрики — план измерения.</a:t>
            </a:r>
          </a:p>
          <a:p xmlns:a="http://schemas.openxmlformats.org/drawingml/2006/main">
            <a:r>
              <a:t/>
            </a:r>
          </a:p>
          <a:p xmlns:a="http://schemas.openxmlformats.org/drawingml/2006/main">
            <a:r>
              <a:t>Замечания Джа от 11.10.2026: /Users/headmast/Documents/FSP/Docs/Расшифровка Джа — улучшения презентации — 2026-10-11.txt. Уточнения продукта — концепция, без подтверждения готовой реализации.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Начинаем с ограниченной аудитории участников ФСП и работодателей с конкретной потребностью. Для первого качественного пилота предлагаем привлечь от трёх до пяти технических нанимающих. Смотрим, понятны ли им матрица и свидетельство, какие приглашения кандидаты принимают и сколько времени обе стороны тратят до подходящего разговора. Такой пилот выявит возражения, но ещё не измерит весь рынок. В качестве бизнес-гипотезы рассматриваем подписку работодателя на подбор и командную работу. Цену и готовность платить определяем по результатам пилота. Подтверждённых договорённостей пока нет.</a:t>
            </a:r>
          </a:p>
          <a:p xmlns:a="http://schemas.openxmlformats.org/drawingml/2006/main">
            <a:r>
              <a:t/>
            </a:r>
          </a:p>
          <a:p xmlns:a="http://schemas.openxmlformats.org/drawingml/2006/main">
            <a:r>
              <a:t>Основания и источники</a:t>
            </a:r>
          </a:p>
          <a:p xmlns:a="http://schemas.openxmlformats.org/drawingml/2006/main">
            <a:r>
              <a:t>ТЗ, целевой сценарий. Стратегия команды и исследование, раздел 7. Размер пилота и модель выручки — гипотезы.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План разделён на этапы. В P0 собираем завершённый сценарий MVP и проверяем его на собственных данных. Для стартового охвата выбираем две специализации и два грейда. Вместе с продуктом готовим результаты валидации и инструкцию запуска. P1 — ограниченный пилот с измерением поведения обеих сторон. Здесь же проверяем принятие свидетельства работодателем. P2 зависит от результатов пилота и доступности интеграций. Соревнования компаний добавляем после ядра: они расширяют проверяемые навыки и сохраняют отдельный источник результата. ATS подключаем позже. Сроки не выдумываем: порядок работ важнее неподтверждённого календаря.</a:t>
            </a:r>
          </a:p>
          <a:p xmlns:a="http://schemas.openxmlformats.org/drawingml/2006/main">
            <a:r>
              <a:t/>
            </a:r>
          </a:p>
          <a:p xmlns:a="http://schemas.openxmlformats.org/drawingml/2006/main">
            <a:r>
              <a:t>Основания и источники</a:t>
            </a:r>
          </a:p>
          <a:p xmlns:a="http://schemas.openxmlformats.org/drawingml/2006/main">
            <a:r>
              <a:t>ТЗ, Q&amp;A, уточнение XLSX WA.1 в исследовании, раздел 2.2. Очерёдность — предложение команды.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Мы хотим, чтобы первый разговор начинался с понятных оснований. Кандидат показывает навыки с известным способом подтверждения. Компания заранее сообщает задачи и условия. Каждая сторона видит, на чём основан подбор, и принимает собственное решение. Ближайший результат, к которому идём, — работающий путь от теста до принятого приглашения с корректными правами доступа. После этого проверим главную гипотезу: помогает ли такой процесс быстрее прийти к взаимно подходящему разговору.</a:t>
            </a:r>
          </a:p>
          <a:p xmlns:a="http://schemas.openxmlformats.org/drawingml/2006/main">
            <a:r>
              <a:t/>
            </a:r>
          </a:p>
          <a:p xmlns:a="http://schemas.openxmlformats.org/drawingml/2006/main">
            <a:r>
              <a:t>Основания и источники</a:t>
            </a:r>
          </a:p>
          <a:p xmlns:a="http://schemas.openxmlformats.org/drawingml/2006/main">
            <a:r>
              <a:t>Продуктовая цель команды. Эффект требует проверки в пилоте.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9c24badb904e87" /><Relationship Type="http://schemas.openxmlformats.org/officeDocument/2006/relationships/image" Target="/ppt/media/image2.png" Id="R9cd73500d61842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fd21a1ae0d4f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50c1ece78b44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8037b1022540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61bcdba5614c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0b47f50b6d4ce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db7f7a35ce84f9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12ace897d86457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006f73faa754b5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0b27edcfb0747c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b8ea689de1a458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0902afe9e54463b"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9c2c2c363a8430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fb12a58c821c420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ea97535f979c4358"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de7c535610844180"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994f6365f6404c67"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106004ffc55a4e41"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e341b9018aa2469b"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1eb03f5c39f84771"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f37a6052a12b4ce1"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4a1150024b6c41a1"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a6cdc08629084083" /></Relationships>
</file>

<file path=ppt/slideLayouts/slideLayout1.xml><?xml version="1.0" encoding="utf-8"?>
<p:sldLayout xmlns:p="http://schemas.openxmlformats.org/presentationml/2006/main" preserve="1" userDrawn="1">
  <p:cSld name="Титульный слайд">
    <p:bg>
      <p:bgPr>
        <a:blipFill xmlns:a="http://schemas.openxmlformats.org/drawingml/2006/main" rotWithShape="1">
          <a:blip xmlns:r="http://schemas.openxmlformats.org/officeDocument/2006/relationships" r:embed="R9cd73500d618423d">
            <a:lum/>
          </a:blip>
          <a:srcRect l="0" t="0" r="0" b="0"/>
          <a:stretch>
            <a:fillRect l="0" t="0" r="0" b="0"/>
          </a:stretch>
        </a:blipFill>
      </p:bgPr>
    </p:bg>
    <p:spTree>
      <p:nvGrpSpPr>
        <p:cNvPr id="1" name=""/>
        <p:cNvGrpSpPr/>
        <p:nvPr/>
      </p:nvGrpSpPr>
      <p:grpSpPr>
        <a:xfrm xmlns:a="http://schemas.openxmlformats.org/drawingml/2006/main"/>
      </p:grpSpPr>
      <p:sp>
        <p:nvSpPr>
          <p:cNvPr id="11" name="Рисунок 10">
            <a:extLst xmlns:a="http://schemas.openxmlformats.org/drawingml/2006/main">
              <a:ext uri="{FF2B5EF4-FFF2-40B4-BE49-F238E27FC236}">
                <a16:creationId xmlns:a16="http://schemas.microsoft.com/office/drawing/2014/main" id="{DB9898DE-D265-4051-B751-CA3C0058CECA}"/>
              </a:ext>
            </a:extLst>
          </p:cNvPr>
          <p:cNvSpPr>
            <a:spLocks xmlns:a="http://schemas.openxmlformats.org/drawingml/2006/main" noGrp="1"/>
          </p:cNvSpPr>
          <p:nvPr>
            <p:ph type="pic" idx="10" hasCustomPrompt="1"/>
          </p:nvPr>
        </p:nvSpPr>
        <p:spPr>
          <a:xfrm xmlns:a="http://schemas.openxmlformats.org/drawingml/2006/main">
            <a:off x="6792000" y="395288"/>
            <a:ext cx="5400000" cy="5400000"/>
          </a:xfrm>
        </p:spPr>
        <p:txBody>
          <a:bodyPr xmlns:a="http://schemas.openxmlformats.org/drawingml/2006/main" anchor="ctr"/>
          <a:lstStyle xmlns:a="http://schemas.openxmlformats.org/drawingml/2006/main">
            <a:lvl1pPr>
              <a:buNone/>
              <a:defRPr/>
            </a:lvl1pPr>
          </a:lstStyle>
          <a:p xmlns:a="http://schemas.openxmlformats.org/drawingml/2006/main">
            <a:r>
              <a:t>Иконка задачи</a:t>
            </a:r>
          </a:p>
        </p:txBody>
      </p:sp>
      <p:sp>
        <p:nvSpPr>
          <p:cNvPr id="2" name="Заголовок 1">
            <a:extLst xmlns:a="http://schemas.openxmlformats.org/drawingml/2006/main">
              <a:ext uri="{FF2B5EF4-FFF2-40B4-BE49-F238E27FC236}">
                <a16:creationId xmlns:a16="http://schemas.microsoft.com/office/drawing/2014/main" id="{BDEF1F2D-30AB-40F9-9975-F952E50B7FCA}"/>
              </a:ext>
            </a:extLst>
          </p:cNvPr>
          <p:cNvSpPr>
            <a:spLocks xmlns:a="http://schemas.openxmlformats.org/drawingml/2006/main" noGrp="1"/>
          </p:cNvSpPr>
          <p:nvPr>
            <p:ph type="ctrTitle" idx="0" hasCustomPrompt="1"/>
          </p:nvPr>
        </p:nvSpPr>
        <p:spPr>
          <a:xfrm xmlns:a="http://schemas.openxmlformats.org/drawingml/2006/main">
            <a:off x="0" y="4323440"/>
            <a:ext cx="8930641" cy="827011"/>
          </a:xfrm>
          <a:prstGeom xmlns:a="http://schemas.openxmlformats.org/drawingml/2006/main" prst="rect">
            <a:avLst/>
          </a:prstGeom>
          <a:noFill xmlns:a="http://schemas.openxmlformats.org/drawingml/2006/main"/>
        </p:spPr>
        <p:txBody>
          <a:bodyPr xmlns:a="http://schemas.openxmlformats.org/drawingml/2006/main" anchor="ctr"/>
          <a:lstStyle xmlns:a="http://schemas.openxmlformats.org/drawingml/2006/main">
            <a:lvl1pPr marL="0" indent="712788" algn="l">
              <a:buNone/>
              <a:defRPr sz="2800">
                <a:solidFill>
                  <a:schemeClr val="bg1">
                    <a:lumMod val="95000"/>
                  </a:schemeClr>
                </a:solidFill>
              </a:defRPr>
            </a:lvl1pPr>
          </a:lstStyle>
          <a:p xmlns:a="http://schemas.openxmlformats.org/drawingml/2006/main">
            <a:r>
              <a:t>НАЗВАНИЕ КОМАНДЫ</a:t>
            </a:r>
          </a:p>
        </p:txBody>
      </p:sp>
      <p:sp>
        <p:nvSpPr>
          <p:cNvPr id="42" name="Рисунок 41">
            <a:extLst xmlns:a="http://schemas.openxmlformats.org/drawingml/2006/main">
              <a:ext uri="{FF2B5EF4-FFF2-40B4-BE49-F238E27FC236}">
                <a16:creationId xmlns:a16="http://schemas.microsoft.com/office/drawing/2014/main" id="{37DC0E9B-2679-408D-851C-F21F4ACC673A}"/>
              </a:ext>
            </a:extLst>
          </p:cNvPr>
          <p:cNvSpPr>
            <a:spLocks xmlns:a="http://schemas.openxmlformats.org/drawingml/2006/main" noGrp="1"/>
          </p:cNvSpPr>
          <p:nvPr>
            <p:ph type="pic" idx="11" hasCustomPrompt="1"/>
          </p:nvPr>
        </p:nvSpPr>
        <p:spPr>
          <a:xfrm xmlns:a="http://schemas.openxmlformats.org/drawingml/2006/main">
            <a:off x="802640" y="2911980"/>
            <a:ext cx="3386773" cy="1082589"/>
          </a:xfrm>
        </p:spPr>
        <p:txBody>
          <a:bodyPr xmlns:a="http://schemas.openxmlformats.org/drawingml/2006/main" anchor="ctr"/>
          <a:lstStyle xmlns:a="http://schemas.openxmlformats.org/drawingml/2006/main">
            <a:lvl1pPr>
              <a:buNone/>
              <a:defRPr/>
            </a:lvl1pPr>
          </a:lstStyle>
          <a:p xmlns:a="http://schemas.openxmlformats.org/drawingml/2006/main">
            <a:r>
              <a:t>Логотип/логотипы постановщика задачи</a:t>
            </a:r>
          </a:p>
        </p:txBody>
      </p:sp>
      <p:sp>
        <p:nvSpPr>
          <p:cNvPr id="5" name="Текст 4">
            <a:extLst xmlns:a="http://schemas.openxmlformats.org/drawingml/2006/main">
              <a:ext uri="{FF2B5EF4-FFF2-40B4-BE49-F238E27FC236}">
                <a16:creationId xmlns:a16="http://schemas.microsoft.com/office/drawing/2014/main" id="{93F843A1-4640-4AAD-9DA4-206FA9FF2A48}"/>
              </a:ext>
            </a:extLst>
          </p:cNvPr>
          <p:cNvSpPr>
            <a:spLocks xmlns:a="http://schemas.openxmlformats.org/drawingml/2006/main" noGrp="1"/>
          </p:cNvSpPr>
          <p:nvPr>
            <p:ph type="body" idx="12" hasCustomPrompt="1"/>
          </p:nvPr>
        </p:nvSpPr>
        <p:spPr>
          <a:xfrm xmlns:a="http://schemas.openxmlformats.org/drawingml/2006/main">
            <a:off x="0" y="5149851"/>
            <a:ext cx="8930641" cy="757174"/>
          </a:xfrm>
          <a:prstGeom xmlns:a="http://schemas.openxmlformats.org/drawingml/2006/main" prst="rect">
            <a:avLst/>
          </a:prstGeom>
          <a:noFill xmlns:a="http://schemas.openxmlformats.org/drawingml/2006/main"/>
        </p:spPr>
        <p:txBody>
          <a:bodyPr xmlns:a="http://schemas.openxmlformats.org/drawingml/2006/main">
            <a:normAutofit/>
          </a:bodyPr>
          <a:lstStyle xmlns:a="http://schemas.openxmlformats.org/drawingml/2006/main">
            <a:lvl1pPr marL="0" indent="712788">
              <a:buNone/>
              <a:defRPr sz="1800"/>
            </a:lvl1pPr>
          </a:lstStyle>
          <a:p xmlns:a="http://schemas.openxmlformats.org/drawingml/2006/main">
            <a:r>
              <a:rPr sz="1600" b="0"/>
              <a:t>Номер и название задачи</a:t>
            </a:r>
          </a:p>
        </p:txBody>
      </p:sp>
    </p:spTree>
  </p:cSld>
</p:sldLayout>
</file>

<file path=ppt/slideLayouts/slideLayout2.xml><?xml version="1.0" encoding="utf-8"?>
<p:sldLayout xmlns:p="http://schemas.openxmlformats.org/presentationml/2006/main" preserve="1" userDrawn="1">
  <p:cSld name="1_Описание команды">
    <p:spTree>
      <p:nvGrpSpPr>
        <p:cNvPr id="1" name=""/>
        <p:cNvGrpSpPr/>
        <p:nvPr/>
      </p:nvGrpSpPr>
      <p:grpSpPr>
        <a:xfrm xmlns:a="http://schemas.openxmlformats.org/drawingml/2006/main"/>
      </p:grpSpPr>
      <p:sp>
        <p:nvSpPr>
          <p:cNvPr id="11" name="Рисунок 10">
            <a:extLst xmlns:a="http://schemas.openxmlformats.org/drawingml/2006/main">
              <a:ext uri="{FF2B5EF4-FFF2-40B4-BE49-F238E27FC236}">
                <a16:creationId xmlns:a16="http://schemas.microsoft.com/office/drawing/2014/main" id="{DB9898DE-D265-4051-B751-CA3C0058CECA}"/>
              </a:ext>
            </a:extLst>
          </p:cNvPr>
          <p:cNvSpPr>
            <a:spLocks xmlns:a="http://schemas.openxmlformats.org/drawingml/2006/main" noGrp="1"/>
          </p:cNvSpPr>
          <p:nvPr>
            <p:ph type="pic" idx="10" hasCustomPrompt="1"/>
          </p:nvPr>
        </p:nvSpPr>
        <p:spPr>
          <a:xfrm xmlns:a="http://schemas.openxmlformats.org/drawingml/2006/main">
            <a:off x="6894095" y="1044081"/>
            <a:ext cx="4962943" cy="2221824"/>
          </a:xfrm>
        </p:spPr>
        <p:txBody>
          <a:bodyPr xmlns:a="http://schemas.openxmlformats.org/drawingml/2006/main" anchor="ctr"/>
          <a:lstStyle xmlns:a="http://schemas.openxmlformats.org/drawingml/2006/main">
            <a:lvl1pPr>
              <a:buNone/>
              <a:defRPr/>
            </a:lvl1pPr>
          </a:lstStyle>
          <a:p xmlns:a="http://schemas.openxmlformats.org/drawingml/2006/main">
            <a:r>
              <a:t>Фото команды</a:t>
            </a:r>
          </a:p>
        </p:txBody>
      </p:sp>
      <p:sp>
        <p:nvSpPr>
          <p:cNvPr id="2" name="Заголовок 1">
            <a:extLst xmlns:a="http://schemas.openxmlformats.org/drawingml/2006/main">
              <a:ext uri="{FF2B5EF4-FFF2-40B4-BE49-F238E27FC236}">
                <a16:creationId xmlns:a16="http://schemas.microsoft.com/office/drawing/2014/main" id="{D1CA6654-BEE5-24C9-BC9D-BB6D2E0BEFAC}"/>
              </a:ext>
            </a:extLst>
          </p:cNvPr>
          <p:cNvSpPr>
            <a:spLocks xmlns:a="http://schemas.openxmlformats.org/drawingml/2006/main" noGrp="1"/>
          </p:cNvSpPr>
          <p:nvPr>
            <p:ph type="title" idx="0" hasCustomPrompt="1"/>
          </p:nvPr>
        </p:nvSpPr>
        <p:spPr>
          <a:xfrm xmlns:a="http://schemas.openxmlformats.org/drawingml/2006/main">
            <a:off x="346075" y="395288"/>
            <a:ext cx="11244772"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lvl1pPr>
              <a:buNone/>
              <a:defRPr/>
            </a:lvl1pPr>
          </a:lstStyle>
          <a:p xmlns:a="http://schemas.openxmlformats.org/drawingml/2006/main">
            <a:r>
              <a:t>КОМАНДА «НАЗВАНИЕ»</a:t>
            </a:r>
          </a:p>
        </p:txBody>
      </p:sp>
    </p:spTree>
  </p:cSld>
</p:sldLayout>
</file>

<file path=ppt/slideLayouts/slideLayout3.xml><?xml version="1.0" encoding="utf-8"?>
<p:sldLayout xmlns:p="http://schemas.openxmlformats.org/presentationml/2006/main" preserve="1" userDrawn="1">
  <p:cSld name="Команда">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67EB9651-F031-4963-AFE9-33BCC0E88757}"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45" name="Заголовок 1">
            <a:extLst xmlns:a="http://schemas.openxmlformats.org/drawingml/2006/main">
              <a:ext uri="{FF2B5EF4-FFF2-40B4-BE49-F238E27FC236}">
                <a16:creationId xmlns:a16="http://schemas.microsoft.com/office/drawing/2014/main" id="{DD9DB7EE-83C4-47FA-86C2-BDA70A053156}"/>
              </a:ext>
            </a:extLst>
          </p:cNvPr>
          <p:cNvSpPr>
            <a:spLocks xmlns:a="http://schemas.openxmlformats.org/drawingml/2006/main" noGrp="1"/>
          </p:cNvSpPr>
          <p:nvPr>
            <p:ph type="title" idx="0" hasCustomPrompt="1"/>
          </p:nvPr>
        </p:nvSpPr>
        <p:spPr>
          <a:xfrm xmlns:a="http://schemas.openxmlformats.org/drawingml/2006/main">
            <a:off x="346075" y="395288"/>
            <a:ext cx="11244772"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lvl1pPr>
              <a:buNone/>
              <a:defRPr/>
            </a:lvl1pPr>
          </a:lstStyle>
          <a:p xmlns:a="http://schemas.openxmlformats.org/drawingml/2006/main">
            <a:r>
              <a:t>КОМАНДА «НАЗВАНИЕ»</a:t>
            </a:r>
          </a:p>
        </p:txBody>
      </p:sp>
      <p:sp>
        <p:nvSpPr>
          <p:cNvPr id="47" name="Текст 35">
            <a:extLst xmlns:a="http://schemas.openxmlformats.org/drawingml/2006/main">
              <a:ext uri="{FF2B5EF4-FFF2-40B4-BE49-F238E27FC236}">
                <a16:creationId xmlns:a16="http://schemas.microsoft.com/office/drawing/2014/main" id="{FACA3955-006D-424E-AF29-FC0EE3BE8601}"/>
              </a:ext>
            </a:extLst>
          </p:cNvPr>
          <p:cNvSpPr>
            <a:spLocks xmlns:a="http://schemas.openxmlformats.org/drawingml/2006/main" noGrp="1"/>
          </p:cNvSpPr>
          <p:nvPr>
            <p:ph type="body" idx="27" hasCustomPrompt="1"/>
          </p:nvPr>
        </p:nvSpPr>
        <p:spPr>
          <a:xfrm xmlns:a="http://schemas.openxmlformats.org/drawingml/2006/main">
            <a:off x="806323" y="4192124"/>
            <a:ext cx="1843581" cy="1576498"/>
          </a:xfrm>
          <a:prstGeom xmlns:a="http://schemas.openxmlformats.org/drawingml/2006/main" prst="rect">
            <a:avLst/>
          </a:prstGeom>
          <a:ln xmlns:a="http://schemas.openxmlformats.org/drawingml/2006/main">
            <a:noFill/>
          </a:ln>
        </p:spPr>
        <p:txBody>
          <a:bodyPr xmlns:a="http://schemas.openxmlformats.org/drawingml/2006/main">
            <a:normAutofit/>
          </a:bodyPr>
          <a:lstStyle xmlns:a="http://schemas.openxmlformats.org/drawingml/2006/main">
            <a:lvl1pPr marL="144688" indent="-144688">
              <a:buClr>
                <a:schemeClr val="accent1"/>
              </a:buClr>
              <a:buFont typeface="Wingdings"/>
              <a:buChar char="§"/>
              <a:defRPr sz="1400"/>
            </a:lvl1pPr>
          </a:lstStyle>
          <a:p xmlns:a="http://schemas.openxmlformats.org/drawingml/2006/main">
            <a:pPr lvl="0">
              <a:buNone/>
            </a:pPr>
            <a:r>
              <a:t>Роль в команде</a:t>
            </a:r>
          </a:p>
          <a:p xmlns:a="http://schemas.openxmlformats.org/drawingml/2006/main">
            <a:pPr lvl="0">
              <a:buNone/>
            </a:pPr>
            <a:r>
              <a:t>Telegram</a:t>
            </a:r>
          </a:p>
          <a:p xmlns:a="http://schemas.openxmlformats.org/drawingml/2006/main">
            <a:pPr lvl="0">
              <a:buNone/>
            </a:pPr>
            <a:r>
              <a:t>Номер</a:t>
            </a:r>
          </a:p>
        </p:txBody>
      </p:sp>
      <p:sp>
        <p:nvSpPr>
          <p:cNvPr id="49" name="Текст 35">
            <a:extLst xmlns:a="http://schemas.openxmlformats.org/drawingml/2006/main">
              <a:ext uri="{FF2B5EF4-FFF2-40B4-BE49-F238E27FC236}">
                <a16:creationId xmlns:a16="http://schemas.microsoft.com/office/drawing/2014/main" id="{D134429E-1F41-4952-92F7-E1A3625ABBD9}"/>
              </a:ext>
            </a:extLst>
          </p:cNvPr>
          <p:cNvSpPr>
            <a:spLocks xmlns:a="http://schemas.openxmlformats.org/drawingml/2006/main" noGrp="1"/>
          </p:cNvSpPr>
          <p:nvPr>
            <p:ph type="body" idx="33" hasCustomPrompt="1"/>
          </p:nvPr>
        </p:nvSpPr>
        <p:spPr>
          <a:xfrm xmlns:a="http://schemas.openxmlformats.org/drawingml/2006/main">
            <a:off x="3014568" y="4192124"/>
            <a:ext cx="1843581" cy="1576498"/>
          </a:xfrm>
          <a:prstGeom xmlns:a="http://schemas.openxmlformats.org/drawingml/2006/main" prst="rect">
            <a:avLst/>
          </a:prstGeom>
          <a:ln xmlns:a="http://schemas.openxmlformats.org/drawingml/2006/main">
            <a:noFill/>
          </a:ln>
        </p:spPr>
        <p:txBody>
          <a:bodyPr xmlns:a="http://schemas.openxmlformats.org/drawingml/2006/main">
            <a:normAutofit/>
          </a:bodyPr>
          <a:lstStyle xmlns:a="http://schemas.openxmlformats.org/drawingml/2006/main">
            <a:lvl1pPr marL="144688" indent="-144688">
              <a:buClr>
                <a:schemeClr val="accent1"/>
              </a:buClr>
              <a:buFont typeface="Wingdings"/>
              <a:buChar char="§"/>
              <a:defRPr sz="1400"/>
            </a:lvl1pPr>
          </a:lstStyle>
          <a:p xmlns:a="http://schemas.openxmlformats.org/drawingml/2006/main">
            <a:pPr lvl="0">
              <a:buNone/>
            </a:pPr>
            <a:r>
              <a:t>Роль в команде</a:t>
            </a:r>
          </a:p>
          <a:p xmlns:a="http://schemas.openxmlformats.org/drawingml/2006/main">
            <a:pPr lvl="0">
              <a:buNone/>
            </a:pPr>
            <a:r>
              <a:t>Telegram</a:t>
            </a:r>
          </a:p>
          <a:p xmlns:a="http://schemas.openxmlformats.org/drawingml/2006/main">
            <a:pPr lvl="0">
              <a:buNone/>
            </a:pPr>
            <a:r>
              <a:t>Номер</a:t>
            </a:r>
          </a:p>
        </p:txBody>
      </p:sp>
      <p:sp>
        <p:nvSpPr>
          <p:cNvPr id="51" name="Текст 35">
            <a:extLst xmlns:a="http://schemas.openxmlformats.org/drawingml/2006/main">
              <a:ext uri="{FF2B5EF4-FFF2-40B4-BE49-F238E27FC236}">
                <a16:creationId xmlns:a16="http://schemas.microsoft.com/office/drawing/2014/main" id="{62B71317-1166-483E-8736-3204197AE648}"/>
              </a:ext>
            </a:extLst>
          </p:cNvPr>
          <p:cNvSpPr>
            <a:spLocks xmlns:a="http://schemas.openxmlformats.org/drawingml/2006/main" noGrp="1"/>
          </p:cNvSpPr>
          <p:nvPr>
            <p:ph type="body" idx="35" hasCustomPrompt="1"/>
          </p:nvPr>
        </p:nvSpPr>
        <p:spPr>
          <a:xfrm xmlns:a="http://schemas.openxmlformats.org/drawingml/2006/main">
            <a:off x="5191192" y="4192124"/>
            <a:ext cx="1843581" cy="1576498"/>
          </a:xfrm>
          <a:prstGeom xmlns:a="http://schemas.openxmlformats.org/drawingml/2006/main" prst="rect">
            <a:avLst/>
          </a:prstGeom>
          <a:ln xmlns:a="http://schemas.openxmlformats.org/drawingml/2006/main">
            <a:noFill/>
          </a:ln>
        </p:spPr>
        <p:txBody>
          <a:bodyPr xmlns:a="http://schemas.openxmlformats.org/drawingml/2006/main">
            <a:normAutofit/>
          </a:bodyPr>
          <a:lstStyle xmlns:a="http://schemas.openxmlformats.org/drawingml/2006/main">
            <a:lvl1pPr marL="144688" indent="-144688">
              <a:buClr>
                <a:schemeClr val="accent1"/>
              </a:buClr>
              <a:buFont typeface="Wingdings"/>
              <a:buChar char="§"/>
              <a:defRPr sz="1400"/>
            </a:lvl1pPr>
          </a:lstStyle>
          <a:p xmlns:a="http://schemas.openxmlformats.org/drawingml/2006/main">
            <a:pPr lvl="0">
              <a:buNone/>
            </a:pPr>
            <a:r>
              <a:t>Роль в команде</a:t>
            </a:r>
          </a:p>
          <a:p xmlns:a="http://schemas.openxmlformats.org/drawingml/2006/main">
            <a:pPr lvl="0">
              <a:buNone/>
            </a:pPr>
            <a:r>
              <a:t>Telegram</a:t>
            </a:r>
          </a:p>
          <a:p xmlns:a="http://schemas.openxmlformats.org/drawingml/2006/main">
            <a:pPr lvl="0">
              <a:buNone/>
            </a:pPr>
            <a:r>
              <a:t>Номер</a:t>
            </a:r>
          </a:p>
        </p:txBody>
      </p:sp>
      <p:sp>
        <p:nvSpPr>
          <p:cNvPr id="53" name="Текст 35">
            <a:extLst xmlns:a="http://schemas.openxmlformats.org/drawingml/2006/main">
              <a:ext uri="{FF2B5EF4-FFF2-40B4-BE49-F238E27FC236}">
                <a16:creationId xmlns:a16="http://schemas.microsoft.com/office/drawing/2014/main" id="{FE441C73-4DA4-470D-B9C8-52D6075710B5}"/>
              </a:ext>
            </a:extLst>
          </p:cNvPr>
          <p:cNvSpPr>
            <a:spLocks xmlns:a="http://schemas.openxmlformats.org/drawingml/2006/main" noGrp="1"/>
          </p:cNvSpPr>
          <p:nvPr>
            <p:ph type="body" idx="37" hasCustomPrompt="1"/>
          </p:nvPr>
        </p:nvSpPr>
        <p:spPr>
          <a:xfrm xmlns:a="http://schemas.openxmlformats.org/drawingml/2006/main">
            <a:off x="7366644" y="4192124"/>
            <a:ext cx="1843581" cy="1576498"/>
          </a:xfrm>
          <a:prstGeom xmlns:a="http://schemas.openxmlformats.org/drawingml/2006/main" prst="rect">
            <a:avLst/>
          </a:prstGeom>
          <a:ln xmlns:a="http://schemas.openxmlformats.org/drawingml/2006/main">
            <a:noFill/>
          </a:ln>
        </p:spPr>
        <p:txBody>
          <a:bodyPr xmlns:a="http://schemas.openxmlformats.org/drawingml/2006/main">
            <a:normAutofit/>
          </a:bodyPr>
          <a:lstStyle xmlns:a="http://schemas.openxmlformats.org/drawingml/2006/main">
            <a:lvl1pPr marL="144688" indent="-144688">
              <a:buClr>
                <a:schemeClr val="accent1"/>
              </a:buClr>
              <a:buFont typeface="Wingdings"/>
              <a:buChar char="§"/>
              <a:defRPr sz="1400"/>
            </a:lvl1pPr>
          </a:lstStyle>
          <a:p xmlns:a="http://schemas.openxmlformats.org/drawingml/2006/main">
            <a:pPr lvl="0">
              <a:buNone/>
            </a:pPr>
            <a:r>
              <a:t>Роль в команде</a:t>
            </a:r>
          </a:p>
          <a:p xmlns:a="http://schemas.openxmlformats.org/drawingml/2006/main">
            <a:pPr lvl="0">
              <a:buNone/>
            </a:pPr>
            <a:r>
              <a:t>Telegram</a:t>
            </a:r>
          </a:p>
          <a:p xmlns:a="http://schemas.openxmlformats.org/drawingml/2006/main">
            <a:pPr lvl="0">
              <a:buNone/>
            </a:pPr>
            <a:r>
              <a:t>Номер</a:t>
            </a:r>
          </a:p>
        </p:txBody>
      </p:sp>
      <p:sp>
        <p:nvSpPr>
          <p:cNvPr id="55" name="Текст 35">
            <a:extLst xmlns:a="http://schemas.openxmlformats.org/drawingml/2006/main">
              <a:ext uri="{FF2B5EF4-FFF2-40B4-BE49-F238E27FC236}">
                <a16:creationId xmlns:a16="http://schemas.microsoft.com/office/drawing/2014/main" id="{8792BADF-06A6-41F5-BB39-A425B78E145D}"/>
              </a:ext>
            </a:extLst>
          </p:cNvPr>
          <p:cNvSpPr>
            <a:spLocks xmlns:a="http://schemas.openxmlformats.org/drawingml/2006/main" noGrp="1"/>
          </p:cNvSpPr>
          <p:nvPr>
            <p:ph type="body" idx="39" hasCustomPrompt="1"/>
          </p:nvPr>
        </p:nvSpPr>
        <p:spPr>
          <a:xfrm xmlns:a="http://schemas.openxmlformats.org/drawingml/2006/main">
            <a:off x="9542096" y="4192124"/>
            <a:ext cx="1843581" cy="1576498"/>
          </a:xfrm>
          <a:prstGeom xmlns:a="http://schemas.openxmlformats.org/drawingml/2006/main" prst="rect">
            <a:avLst/>
          </a:prstGeom>
          <a:ln xmlns:a="http://schemas.openxmlformats.org/drawingml/2006/main">
            <a:noFill/>
          </a:ln>
        </p:spPr>
        <p:txBody>
          <a:bodyPr xmlns:a="http://schemas.openxmlformats.org/drawingml/2006/main">
            <a:normAutofit/>
          </a:bodyPr>
          <a:lstStyle xmlns:a="http://schemas.openxmlformats.org/drawingml/2006/main">
            <a:lvl1pPr marL="144688" indent="-144688">
              <a:buClr>
                <a:schemeClr val="accent1"/>
              </a:buClr>
              <a:buFont typeface="Wingdings"/>
              <a:buChar char="§"/>
              <a:defRPr sz="1400"/>
            </a:lvl1pPr>
          </a:lstStyle>
          <a:p xmlns:a="http://schemas.openxmlformats.org/drawingml/2006/main">
            <a:pPr lvl="0">
              <a:buNone/>
            </a:pPr>
            <a:r>
              <a:t>Роль в команде</a:t>
            </a:r>
          </a:p>
          <a:p xmlns:a="http://schemas.openxmlformats.org/drawingml/2006/main">
            <a:pPr lvl="0">
              <a:buNone/>
            </a:pPr>
            <a:r>
              <a:t>Telegram</a:t>
            </a:r>
          </a:p>
          <a:p xmlns:a="http://schemas.openxmlformats.org/drawingml/2006/main">
            <a:pPr lvl="0">
              <a:buNone/>
            </a:pPr>
            <a:r>
              <a:t>Номер</a:t>
            </a:r>
          </a:p>
        </p:txBody>
      </p:sp>
    </p:spTree>
  </p:cSld>
</p:sldLayout>
</file>

<file path=ppt/slideLayouts/slideLayout4.xml><?xml version="1.0" encoding="utf-8"?>
<p:sldLayout xmlns:p="http://schemas.openxmlformats.org/presentationml/2006/main" preserve="1" userDrawn="1">
  <p:cSld name="Пустой с заголовком">
    <p:spTree>
      <p:nvGrpSpPr>
        <p:cNvPr id="1" name=""/>
        <p:cNvGrpSpPr/>
        <p:nvPr/>
      </p:nvGrpSpPr>
      <p:grpSpPr>
        <a:xfrm xmlns:a="http://schemas.openxmlformats.org/drawingml/2006/main"/>
      </p:grpSpPr>
      <p:sp>
        <p:nvSpPr>
          <p:cNvPr id="9" name="Дата 3">
            <a:extLst xmlns:a="http://schemas.openxmlformats.org/drawingml/2006/main">
              <a:ext uri="{FF2B5EF4-FFF2-40B4-BE49-F238E27FC236}">
                <a16:creationId xmlns:a16="http://schemas.microsoft.com/office/drawing/2014/main" id="{1BE2B7EA-895D-4C57-B021-3ADF48C59837}"/>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1021F813-DBA1-42EC-A748-A9CC16659E6B}" type="datetime1">
              <a:t>02.10.2026</a:t>
            </a:fld>
            <a:endParaRPr/>
          </a:p>
        </p:txBody>
      </p:sp>
      <p:sp>
        <p:nvSpPr>
          <p:cNvPr id="10" name="Нижний колонтитул 4">
            <a:extLst xmlns:a="http://schemas.openxmlformats.org/drawingml/2006/main">
              <a:ext uri="{FF2B5EF4-FFF2-40B4-BE49-F238E27FC236}">
                <a16:creationId xmlns:a16="http://schemas.microsoft.com/office/drawing/2014/main" id="{8A502BD2-9512-4029-B654-E898F0583F06}"/>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11" name="Номер слайда 5">
            <a:extLst xmlns:a="http://schemas.openxmlformats.org/drawingml/2006/main">
              <a:ext uri="{FF2B5EF4-FFF2-40B4-BE49-F238E27FC236}">
                <a16:creationId xmlns:a16="http://schemas.microsoft.com/office/drawing/2014/main" id="{E6724899-9B39-4945-8292-0304D1DFF6A6}"/>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Tree>
  </p:cSld>
</p:sldLayout>
</file>

<file path=ppt/slideLayouts/slideLayout5.xml><?xml version="1.0" encoding="utf-8"?>
<p:sldLayout xmlns:p="http://schemas.openxmlformats.org/presentationml/2006/main" preserve="1" userDrawn="1">
  <p:cSld name="Заголовок и объект">
    <p:spTree>
      <p:nvGrpSpPr>
        <p:cNvPr id="1" name=""/>
        <p:cNvGrpSpPr/>
        <p:nvPr/>
      </p:nvGrpSpPr>
      <p:grpSpPr>
        <a:xfrm xmlns:a="http://schemas.openxmlformats.org/drawingml/2006/main"/>
      </p:grpSpPr>
      <p:sp>
        <p:nvSpPr>
          <p:cNvPr id="20" name="Текст 2">
            <a:extLst xmlns:a="http://schemas.openxmlformats.org/drawingml/2006/main">
              <a:ext uri="{FF2B5EF4-FFF2-40B4-BE49-F238E27FC236}">
                <a16:creationId xmlns:a16="http://schemas.microsoft.com/office/drawing/2014/main" id="{35915C91-9468-44E0-9A6A-47C151E1C596}"/>
              </a:ext>
            </a:extLst>
          </p:cNvPr>
          <p:cNvSpPr>
            <a:spLocks xmlns:a="http://schemas.openxmlformats.org/drawingml/2006/main" noGrp="1"/>
          </p:cNvSpPr>
          <p:nvPr>
            <p:ph idx="1"/>
          </p:nvPr>
        </p:nvSpPr>
        <p:spPr>
          <a:xfrm xmlns:a="http://schemas.openxmlformats.org/drawingml/2006/main">
            <a:off x="315392" y="1016177"/>
            <a:ext cx="11561229" cy="516079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a:buNone/>
              <a:defRPr>
                <a:solidFill>
                  <a:schemeClr val="bg1">
                    <a:lumMod val="95000"/>
                  </a:schemeClr>
                </a:solidFill>
              </a:defRPr>
            </a:lvl1pPr>
            <a:lvl2pPr>
              <a:buNone/>
              <a:defRPr>
                <a:solidFill>
                  <a:schemeClr val="bg1">
                    <a:lumMod val="95000"/>
                  </a:schemeClr>
                </a:solidFill>
              </a:defRPr>
            </a:lvl2pPr>
            <a:lvl3pPr>
              <a:buNone/>
              <a:defRPr>
                <a:solidFill>
                  <a:schemeClr val="bg1">
                    <a:lumMod val="95000"/>
                  </a:schemeClr>
                </a:solidFill>
              </a:defRPr>
            </a:lvl3pPr>
            <a:lvl4pPr>
              <a:buNone/>
              <a:defRPr>
                <a:solidFill>
                  <a:schemeClr val="bg1">
                    <a:lumMod val="95000"/>
                  </a:schemeClr>
                </a:solidFill>
              </a:defRPr>
            </a:lvl4pPr>
            <a:lvl5pPr>
              <a:buNone/>
              <a:defRPr>
                <a:solidFill>
                  <a:schemeClr val="bg1">
                    <a:lumMod val="95000"/>
                  </a:schemeClr>
                </a:solidFill>
              </a:defRPr>
            </a:lvl5pPr>
          </a:lstStyle>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21" name="Дата 3">
            <a:extLst xmlns:a="http://schemas.openxmlformats.org/drawingml/2006/main">
              <a:ext uri="{FF2B5EF4-FFF2-40B4-BE49-F238E27FC236}">
                <a16:creationId xmlns:a16="http://schemas.microsoft.com/office/drawing/2014/main" id="{6043336A-E468-4FC7-B11B-D72F244391A9}"/>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7DE2642A-6018-4CC1-81AB-5FD8D2782D4F}" type="datetime1">
              <a:t>02.10.2026</a:t>
            </a:fld>
            <a:endParaRPr/>
          </a:p>
        </p:txBody>
      </p:sp>
      <p:sp>
        <p:nvSpPr>
          <p:cNvPr id="22" name="Нижний колонтитул 4">
            <a:extLst xmlns:a="http://schemas.openxmlformats.org/drawingml/2006/main">
              <a:ext uri="{FF2B5EF4-FFF2-40B4-BE49-F238E27FC236}">
                <a16:creationId xmlns:a16="http://schemas.microsoft.com/office/drawing/2014/main" id="{49E78A2F-D265-4D7D-BF63-75BF9ACF92A0}"/>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23" name="Номер слайда 5">
            <a:extLst xmlns:a="http://schemas.openxmlformats.org/drawingml/2006/main">
              <a:ext uri="{FF2B5EF4-FFF2-40B4-BE49-F238E27FC236}">
                <a16:creationId xmlns:a16="http://schemas.microsoft.com/office/drawing/2014/main" id="{25A0EB89-1F02-40E6-9D89-EAA34874BF0D}"/>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24" name="Заголовок 1">
            <a:extLst xmlns:a="http://schemas.openxmlformats.org/drawingml/2006/main">
              <a:ext uri="{FF2B5EF4-FFF2-40B4-BE49-F238E27FC236}">
                <a16:creationId xmlns:a16="http://schemas.microsoft.com/office/drawing/2014/main" id="{D3BCB09B-B5ED-4308-BCBC-7DB6BF7E0D1C}"/>
              </a:ext>
            </a:extLst>
          </p:cNvPr>
          <p:cNvSpPr>
            <a:spLocks xmlns:a="http://schemas.openxmlformats.org/drawingml/2006/main" noGrp="1"/>
          </p:cNvSpPr>
          <p:nvPr>
            <p:ph type="title" idx="0"/>
          </p:nvPr>
        </p:nvSpPr>
        <p:spPr>
          <a:xfrm xmlns:a="http://schemas.openxmlformats.org/drawingml/2006/main">
            <a:off x="346075"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lvl1pPr>
              <a:buNone/>
              <a:defRPr>
                <a:solidFill>
                  <a:schemeClr val="bg1">
                    <a:lumMod val="95000"/>
                  </a:schemeClr>
                </a:solidFill>
              </a:defRPr>
            </a:lvl1pPr>
          </a:lstStyle>
          <a:p xmlns:a="http://schemas.openxmlformats.org/drawingml/2006/main">
            <a:r>
              <a:t>ОБРАЗЕЦ ЗАГОЛОВКА</a:t>
            </a:r>
          </a:p>
        </p:txBody>
      </p:sp>
    </p:spTree>
  </p:cSld>
</p:sldLayout>
</file>

<file path=ppt/slideLayouts/slideLayout6.xml><?xml version="1.0" encoding="utf-8"?>
<p:sldLayout xmlns:p="http://schemas.openxmlformats.org/presentationml/2006/main" preserve="1" userDrawn="1">
  <p:cSld name="Два объекта">
    <p:spTree>
      <p:nvGrpSpPr>
        <p:cNvPr id="1" name=""/>
        <p:cNvGrpSpPr/>
        <p:nvPr/>
      </p:nvGrpSpPr>
      <p:grpSpPr>
        <a:xfrm xmlns:a="http://schemas.openxmlformats.org/drawingml/2006/main"/>
      </p:grpSpPr>
      <p:sp>
        <p:nvSpPr>
          <p:cNvPr id="3" name="Объект 2">
            <a:extLst xmlns:a="http://schemas.openxmlformats.org/drawingml/2006/main">
              <a:ext uri="{FF2B5EF4-FFF2-40B4-BE49-F238E27FC236}">
                <a16:creationId xmlns:a16="http://schemas.microsoft.com/office/drawing/2014/main" id="{DE4079CB-26E5-4E7E-8375-84F474844853}"/>
              </a:ext>
            </a:extLst>
          </p:cNvPr>
          <p:cNvSpPr>
            <a:spLocks xmlns:a="http://schemas.openxmlformats.org/drawingml/2006/main" noGrp="1"/>
          </p:cNvSpPr>
          <p:nvPr>
            <p:ph idx="1"/>
          </p:nvPr>
        </p:nvSpPr>
        <p:spPr>
          <a:xfrm xmlns:a="http://schemas.openxmlformats.org/drawingml/2006/main">
            <a:off x="315387" y="1016001"/>
            <a:ext cx="5704418" cy="5184774"/>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4" name="Объект 3">
            <a:extLst xmlns:a="http://schemas.openxmlformats.org/drawingml/2006/main">
              <a:ext uri="{FF2B5EF4-FFF2-40B4-BE49-F238E27FC236}">
                <a16:creationId xmlns:a16="http://schemas.microsoft.com/office/drawing/2014/main" id="{C0B9B70F-56BE-4BFF-9AF1-3E24439A89A7}"/>
              </a:ext>
            </a:extLst>
          </p:cNvPr>
          <p:cNvSpPr>
            <a:spLocks xmlns:a="http://schemas.openxmlformats.org/drawingml/2006/main" noGrp="1"/>
          </p:cNvSpPr>
          <p:nvPr>
            <p:ph idx="2"/>
          </p:nvPr>
        </p:nvSpPr>
        <p:spPr>
          <a:xfrm xmlns:a="http://schemas.openxmlformats.org/drawingml/2006/main">
            <a:off x="6172206" y="1016001"/>
            <a:ext cx="5670473" cy="5184774"/>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14" name="Дата 3">
            <a:extLst xmlns:a="http://schemas.openxmlformats.org/drawingml/2006/main">
              <a:ext uri="{FF2B5EF4-FFF2-40B4-BE49-F238E27FC236}">
                <a16:creationId xmlns:a16="http://schemas.microsoft.com/office/drawing/2014/main" id="{A4424B46-3BA8-41B1-9808-8558C0F0E6E4}"/>
              </a:ext>
            </a:extLst>
          </p:cNvPr>
          <p:cNvSpPr>
            <a:spLocks xmlns:a="http://schemas.openxmlformats.org/drawingml/2006/main" noGrp="1"/>
          </p:cNvSpPr>
          <p:nvPr>
            <p:ph type="dt" idx="10"/>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43014BBE-C503-4380-A869-5EE8294FE947}" type="datetime1">
              <a:t>02.10.2026</a:t>
            </a:fld>
            <a:endParaRPr/>
          </a:p>
        </p:txBody>
      </p:sp>
      <p:sp>
        <p:nvSpPr>
          <p:cNvPr id="15" name="Нижний колонтитул 4">
            <a:extLst xmlns:a="http://schemas.openxmlformats.org/drawingml/2006/main">
              <a:ext uri="{FF2B5EF4-FFF2-40B4-BE49-F238E27FC236}">
                <a16:creationId xmlns:a16="http://schemas.microsoft.com/office/drawing/2014/main" id="{4D73747B-1894-47A4-9E8B-797D1562EA76}"/>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16" name="Номер слайда 5">
            <a:extLst xmlns:a="http://schemas.openxmlformats.org/drawingml/2006/main">
              <a:ext uri="{FF2B5EF4-FFF2-40B4-BE49-F238E27FC236}">
                <a16:creationId xmlns:a16="http://schemas.microsoft.com/office/drawing/2014/main" id="{0C3B5973-5E99-43F7-82C6-8E450D7A9851}"/>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17" name="Заголовок 1">
            <a:extLst xmlns:a="http://schemas.openxmlformats.org/drawingml/2006/main">
              <a:ext uri="{FF2B5EF4-FFF2-40B4-BE49-F238E27FC236}">
                <a16:creationId xmlns:a16="http://schemas.microsoft.com/office/drawing/2014/main" id="{96698D82-4C1C-4876-84CF-285AAC9104D9}"/>
              </a:ext>
            </a:extLst>
          </p:cNvPr>
          <p:cNvSpPr>
            <a:spLocks xmlns:a="http://schemas.openxmlformats.org/drawingml/2006/main" noGrp="1"/>
          </p:cNvSpPr>
          <p:nvPr>
            <p:ph type="title" idx="0"/>
          </p:nvPr>
        </p:nvSpPr>
        <p:spPr>
          <a:xfrm xmlns:a="http://schemas.openxmlformats.org/drawingml/2006/main">
            <a:off x="346075"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Tree>
  </p:cSld>
</p:sldLayout>
</file>

<file path=ppt/slideLayouts/slideLayout7.xml><?xml version="1.0" encoding="utf-8"?>
<p:sldLayout xmlns:p="http://schemas.openxmlformats.org/presentationml/2006/main" preserve="1" userDrawn="1">
  <p:cSld name="Сравнение">
    <p:spTree>
      <p:nvGrpSpPr>
        <p:cNvPr id="1" name=""/>
        <p:cNvGrpSpPr/>
        <p:nvPr/>
      </p:nvGrpSpPr>
      <p:grpSpPr>
        <a:xfrm xmlns:a="http://schemas.openxmlformats.org/drawingml/2006/main"/>
      </p:grpSpPr>
      <p:sp>
        <p:nvSpPr>
          <p:cNvPr id="3" name="Текст 2">
            <a:extLst xmlns:a="http://schemas.openxmlformats.org/drawingml/2006/main">
              <a:ext uri="{FF2B5EF4-FFF2-40B4-BE49-F238E27FC236}">
                <a16:creationId xmlns:a16="http://schemas.microsoft.com/office/drawing/2014/main" id="{D286EEAA-87D1-47A5-B9C0-E5BAD703F03A}"/>
              </a:ext>
            </a:extLst>
          </p:cNvPr>
          <p:cNvSpPr>
            <a:spLocks xmlns:a="http://schemas.openxmlformats.org/drawingml/2006/main" noGrp="1"/>
          </p:cNvSpPr>
          <p:nvPr>
            <p:ph type="body" idx="1"/>
          </p:nvPr>
        </p:nvSpPr>
        <p:spPr>
          <a:xfrm xmlns:a="http://schemas.openxmlformats.org/drawingml/2006/main">
            <a:off x="315386" y="1015427"/>
            <a:ext cx="5682193" cy="365125"/>
          </a:xfrm>
        </p:spPr>
        <p:txBody>
          <a:bodyPr xmlns:a="http://schemas.openxmlformats.org/drawingml/2006/main" anchor="b">
            <a:normAutofit/>
          </a:bodyPr>
          <a:lstStyle xmlns:a="http://schemas.openxmlformats.org/drawingml/2006/main">
            <a:lvl1pPr marL="0" indent="0">
              <a:buNone/>
              <a:defRPr sz="1400" b="1"/>
            </a:lvl1pPr>
            <a:lvl2pPr marL="289378" indent="0">
              <a:buNone/>
              <a:defRPr sz="1266" b="1"/>
            </a:lvl2pPr>
            <a:lvl3pPr marL="578755" indent="0">
              <a:buNone/>
              <a:defRPr sz="1141" b="1"/>
            </a:lvl3pPr>
            <a:lvl4pPr marL="868132" indent="0">
              <a:buNone/>
              <a:defRPr sz="1013" b="1"/>
            </a:lvl4pPr>
            <a:lvl5pPr marL="1157510" indent="0">
              <a:buNone/>
              <a:defRPr sz="1013" b="1"/>
            </a:lvl5pPr>
            <a:lvl6pPr marL="1446887" indent="0">
              <a:buNone/>
              <a:defRPr sz="1013" b="1"/>
            </a:lvl6pPr>
            <a:lvl7pPr marL="1736266" indent="0">
              <a:buNone/>
              <a:defRPr sz="1013" b="1"/>
            </a:lvl7pPr>
            <a:lvl8pPr marL="2025644" indent="0">
              <a:buNone/>
              <a:defRPr sz="1013" b="1"/>
            </a:lvl8pPr>
            <a:lvl9pPr marL="2315021" indent="0">
              <a:buNone/>
              <a:defRPr sz="1013" b="1"/>
            </a:lvl9pPr>
          </a:lstStyle>
          <a:p xmlns:a="http://schemas.openxmlformats.org/drawingml/2006/main">
            <a:pPr lvl="0">
              <a:buNone/>
            </a:pPr>
            <a:r>
              <a:t>Образец текста</a:t>
            </a:r>
          </a:p>
        </p:txBody>
      </p:sp>
      <p:sp>
        <p:nvSpPr>
          <p:cNvPr id="4" name="Объект 3">
            <a:extLst xmlns:a="http://schemas.openxmlformats.org/drawingml/2006/main">
              <a:ext uri="{FF2B5EF4-FFF2-40B4-BE49-F238E27FC236}">
                <a16:creationId xmlns:a16="http://schemas.microsoft.com/office/drawing/2014/main" id="{4A2D29F1-B583-4C98-B07B-171DC3552B42}"/>
              </a:ext>
            </a:extLst>
          </p:cNvPr>
          <p:cNvSpPr>
            <a:spLocks xmlns:a="http://schemas.openxmlformats.org/drawingml/2006/main" noGrp="1"/>
          </p:cNvSpPr>
          <p:nvPr>
            <p:ph idx="2"/>
          </p:nvPr>
        </p:nvSpPr>
        <p:spPr>
          <a:xfrm xmlns:a="http://schemas.openxmlformats.org/drawingml/2006/main">
            <a:off x="349334" y="1598615"/>
            <a:ext cx="5648250" cy="4602160"/>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endParaRPr/>
          </a:p>
        </p:txBody>
      </p:sp>
      <p:sp>
        <p:nvSpPr>
          <p:cNvPr id="5" name="Текст 4">
            <a:extLst xmlns:a="http://schemas.openxmlformats.org/drawingml/2006/main">
              <a:ext uri="{FF2B5EF4-FFF2-40B4-BE49-F238E27FC236}">
                <a16:creationId xmlns:a16="http://schemas.microsoft.com/office/drawing/2014/main" id="{DE6D3064-465D-4982-AF9F-41FF98FCBF98}"/>
              </a:ext>
            </a:extLst>
          </p:cNvPr>
          <p:cNvSpPr>
            <a:spLocks xmlns:a="http://schemas.openxmlformats.org/drawingml/2006/main" noGrp="1"/>
          </p:cNvSpPr>
          <p:nvPr>
            <p:ph type="body" idx="3"/>
          </p:nvPr>
        </p:nvSpPr>
        <p:spPr>
          <a:xfrm xmlns:a="http://schemas.openxmlformats.org/drawingml/2006/main">
            <a:off x="6172205" y="1015427"/>
            <a:ext cx="5684841" cy="365125"/>
          </a:xfrm>
        </p:spPr>
        <p:txBody>
          <a:bodyPr xmlns:a="http://schemas.openxmlformats.org/drawingml/2006/main" anchor="b">
            <a:normAutofit/>
          </a:bodyPr>
          <a:lstStyle xmlns:a="http://schemas.openxmlformats.org/drawingml/2006/main">
            <a:lvl1pPr marL="0" indent="0">
              <a:buNone/>
              <a:defRPr sz="1400" b="1"/>
            </a:lvl1pPr>
            <a:lvl2pPr marL="289378" indent="0">
              <a:buNone/>
              <a:defRPr sz="1266" b="1"/>
            </a:lvl2pPr>
            <a:lvl3pPr marL="578755" indent="0">
              <a:buNone/>
              <a:defRPr sz="1141" b="1"/>
            </a:lvl3pPr>
            <a:lvl4pPr marL="868132" indent="0">
              <a:buNone/>
              <a:defRPr sz="1013" b="1"/>
            </a:lvl4pPr>
            <a:lvl5pPr marL="1157510" indent="0">
              <a:buNone/>
              <a:defRPr sz="1013" b="1"/>
            </a:lvl5pPr>
            <a:lvl6pPr marL="1446887" indent="0">
              <a:buNone/>
              <a:defRPr sz="1013" b="1"/>
            </a:lvl6pPr>
            <a:lvl7pPr marL="1736266" indent="0">
              <a:buNone/>
              <a:defRPr sz="1013" b="1"/>
            </a:lvl7pPr>
            <a:lvl8pPr marL="2025644" indent="0">
              <a:buNone/>
              <a:defRPr sz="1013" b="1"/>
            </a:lvl8pPr>
            <a:lvl9pPr marL="2315021" indent="0">
              <a:buNone/>
              <a:defRPr sz="1013" b="1"/>
            </a:lvl9pPr>
          </a:lstStyle>
          <a:p xmlns:a="http://schemas.openxmlformats.org/drawingml/2006/main">
            <a:pPr lvl="0">
              <a:buNone/>
            </a:pPr>
            <a:r>
              <a:t>Образец текста</a:t>
            </a:r>
          </a:p>
        </p:txBody>
      </p:sp>
      <p:sp>
        <p:nvSpPr>
          <p:cNvPr id="6" name="Объект 5">
            <a:extLst xmlns:a="http://schemas.openxmlformats.org/drawingml/2006/main">
              <a:ext uri="{FF2B5EF4-FFF2-40B4-BE49-F238E27FC236}">
                <a16:creationId xmlns:a16="http://schemas.microsoft.com/office/drawing/2014/main" id="{960E92CA-C4D7-4946-B437-9FCD4AA3134C}"/>
              </a:ext>
            </a:extLst>
          </p:cNvPr>
          <p:cNvSpPr>
            <a:spLocks xmlns:a="http://schemas.openxmlformats.org/drawingml/2006/main" noGrp="1"/>
          </p:cNvSpPr>
          <p:nvPr>
            <p:ph idx="4"/>
          </p:nvPr>
        </p:nvSpPr>
        <p:spPr>
          <a:xfrm xmlns:a="http://schemas.openxmlformats.org/drawingml/2006/main">
            <a:off x="6172202" y="1598615"/>
            <a:ext cx="5670473" cy="4602160"/>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12" name="Дата 3">
            <a:extLst xmlns:a="http://schemas.openxmlformats.org/drawingml/2006/main">
              <a:ext uri="{FF2B5EF4-FFF2-40B4-BE49-F238E27FC236}">
                <a16:creationId xmlns:a16="http://schemas.microsoft.com/office/drawing/2014/main" id="{50BC46DB-57AA-4551-8F67-742F842E120D}"/>
              </a:ext>
            </a:extLst>
          </p:cNvPr>
          <p:cNvSpPr>
            <a:spLocks xmlns:a="http://schemas.openxmlformats.org/drawingml/2006/main" noGrp="1"/>
          </p:cNvSpPr>
          <p:nvPr>
            <p:ph type="dt" idx="10"/>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0D568497-304A-497F-ADAE-97D3CF462C1C}" type="datetime1">
              <a:t>02.10.2026</a:t>
            </a:fld>
            <a:endParaRPr/>
          </a:p>
        </p:txBody>
      </p:sp>
      <p:sp>
        <p:nvSpPr>
          <p:cNvPr id="13" name="Нижний колонтитул 4">
            <a:extLst xmlns:a="http://schemas.openxmlformats.org/drawingml/2006/main">
              <a:ext uri="{FF2B5EF4-FFF2-40B4-BE49-F238E27FC236}">
                <a16:creationId xmlns:a16="http://schemas.microsoft.com/office/drawing/2014/main" id="{F2048DE5-D653-4BDE-8495-A22EF4A50AE4}"/>
              </a:ext>
            </a:extLst>
          </p:cNvPr>
          <p:cNvSpPr>
            <a:spLocks xmlns:a="http://schemas.openxmlformats.org/drawingml/2006/main" noGrp="1"/>
          </p:cNvSpPr>
          <p:nvPr>
            <p:ph type="ftr" idx="11"/>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14" name="Номер слайда 5">
            <a:extLst xmlns:a="http://schemas.openxmlformats.org/drawingml/2006/main">
              <a:ext uri="{FF2B5EF4-FFF2-40B4-BE49-F238E27FC236}">
                <a16:creationId xmlns:a16="http://schemas.microsoft.com/office/drawing/2014/main" id="{E0E8C4D1-B7B4-4A6B-87A1-354341CD6A0F}"/>
              </a:ext>
            </a:extLst>
          </p:cNvPr>
          <p:cNvSpPr>
            <a:spLocks xmlns:a="http://schemas.openxmlformats.org/drawingml/2006/main" noGrp="1"/>
          </p:cNvSpPr>
          <p:nvPr>
            <p:ph type="sldNum" idx="12"/>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15" name="Заголовок 1">
            <a:extLst xmlns:a="http://schemas.openxmlformats.org/drawingml/2006/main">
              <a:ext uri="{FF2B5EF4-FFF2-40B4-BE49-F238E27FC236}">
                <a16:creationId xmlns:a16="http://schemas.microsoft.com/office/drawing/2014/main" id="{B533CD5F-4B3E-426C-9977-6EFBE36EEA5D}"/>
              </a:ext>
            </a:extLst>
          </p:cNvPr>
          <p:cNvSpPr>
            <a:spLocks xmlns:a="http://schemas.openxmlformats.org/drawingml/2006/main" noGrp="1"/>
          </p:cNvSpPr>
          <p:nvPr>
            <p:ph type="title" idx="0"/>
          </p:nvPr>
        </p:nvSpPr>
        <p:spPr>
          <a:xfrm xmlns:a="http://schemas.openxmlformats.org/drawingml/2006/main">
            <a:off x="349334"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Tree>
  </p:cSld>
</p:sldLayout>
</file>

<file path=ppt/slideLayouts/slideLayout8.xml><?xml version="1.0" encoding="utf-8"?>
<p:sldLayout xmlns:p="http://schemas.openxmlformats.org/presentationml/2006/main" type="blank" preserve="1">
  <p:cSld name="Пустой слайд">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92CB240C-04A3-49D4-83F9-87A9C6C414DC}"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Tree>
  </p:cSld>
</p:sldLayout>
</file>

<file path=ppt/slideLayouts/slideLayout9.xml><?xml version="1.0" encoding="utf-8"?>
<p:sldLayout xmlns:p="http://schemas.openxmlformats.org/presentationml/2006/main" type="objTx" preserve="1">
  <p:cSld name="Объект с подписью">
    <p:spTree>
      <p:nvGrpSpPr>
        <p:cNvPr id="1" name=""/>
        <p:cNvGrpSpPr/>
        <p:nvPr/>
      </p:nvGrpSpPr>
      <p:grpSpPr>
        <a:xfrm xmlns:a="http://schemas.openxmlformats.org/drawingml/2006/main"/>
      </p:grpSpPr>
      <p:sp>
        <p:nvSpPr>
          <p:cNvPr id="2" name="Заголовок 1">
            <a:extLst xmlns:a="http://schemas.openxmlformats.org/drawingml/2006/main">
              <a:ext uri="{FF2B5EF4-FFF2-40B4-BE49-F238E27FC236}">
                <a16:creationId xmlns:a16="http://schemas.microsoft.com/office/drawing/2014/main" id="{78799615-B88F-452A-A6CA-6793B831650C}"/>
              </a:ext>
            </a:extLst>
          </p:cNvPr>
          <p:cNvSpPr>
            <a:spLocks xmlns:a="http://schemas.openxmlformats.org/drawingml/2006/main" noGrp="1"/>
          </p:cNvSpPr>
          <p:nvPr>
            <p:ph type="title" idx="0" hasCustomPrompt="1"/>
          </p:nvPr>
        </p:nvSpPr>
        <p:spPr>
          <a:xfrm xmlns:a="http://schemas.openxmlformats.org/drawingml/2006/main">
            <a:off x="334966" y="1015999"/>
            <a:ext cx="4437062" cy="1213417"/>
          </a:xfrm>
        </p:spPr>
        <p:txBody>
          <a:bodyPr xmlns:a="http://schemas.openxmlformats.org/drawingml/2006/main" anchor="b"/>
          <a:lstStyle xmlns:a="http://schemas.openxmlformats.org/drawingml/2006/main">
            <a:lvl1pPr>
              <a:buNone/>
              <a:defRPr sz="2400"/>
            </a:lvl1pPr>
          </a:lstStyle>
          <a:p xmlns:a="http://schemas.openxmlformats.org/drawingml/2006/main">
            <a:r>
              <a:t>ОБРАЗЕЦ ЗАГОЛОВКА</a:t>
            </a:r>
          </a:p>
        </p:txBody>
      </p:sp>
      <p:sp>
        <p:nvSpPr>
          <p:cNvPr id="3" name="Объект 2">
            <a:extLst xmlns:a="http://schemas.openxmlformats.org/drawingml/2006/main">
              <a:ext uri="{FF2B5EF4-FFF2-40B4-BE49-F238E27FC236}">
                <a16:creationId xmlns:a16="http://schemas.microsoft.com/office/drawing/2014/main" id="{5B30D2CC-2D7F-43FF-B9B4-355F7E464306}"/>
              </a:ext>
            </a:extLst>
          </p:cNvPr>
          <p:cNvSpPr>
            <a:spLocks xmlns:a="http://schemas.openxmlformats.org/drawingml/2006/main" noGrp="1"/>
          </p:cNvSpPr>
          <p:nvPr>
            <p:ph idx="1"/>
          </p:nvPr>
        </p:nvSpPr>
        <p:spPr>
          <a:xfrm xmlns:a="http://schemas.openxmlformats.org/drawingml/2006/main">
            <a:off x="5183194" y="1015999"/>
            <a:ext cx="6673847" cy="5049521"/>
          </a:xfrm>
        </p:spPr>
        <p:txBody>
          <a:bodyPr xmlns:a="http://schemas.openxmlformats.org/drawingml/2006/main">
            <a:normAutofit/>
          </a:bodyPr>
          <a:lstStyle xmlns:a="http://schemas.openxmlformats.org/drawingml/2006/main">
            <a:lvl1pPr>
              <a:buNone/>
              <a:defRPr sz="1773"/>
            </a:lvl1pPr>
            <a:lvl2pPr>
              <a:buNone/>
              <a:defRPr sz="1520"/>
            </a:lvl2pPr>
            <a:lvl3pPr>
              <a:buNone/>
              <a:defRPr sz="1266"/>
            </a:lvl3pPr>
            <a:lvl4pPr>
              <a:buNone/>
              <a:defRPr sz="1141"/>
            </a:lvl4pPr>
            <a:lvl5pPr>
              <a:buNone/>
              <a:defRPr sz="1141"/>
            </a:lvl5pPr>
            <a:lvl6pPr>
              <a:buNone/>
              <a:defRPr sz="1266"/>
            </a:lvl6pPr>
            <a:lvl7pPr>
              <a:buNone/>
              <a:defRPr sz="1266"/>
            </a:lvl7pPr>
            <a:lvl8pPr>
              <a:buNone/>
              <a:defRPr sz="1266"/>
            </a:lvl8pPr>
            <a:lvl9pPr>
              <a:buNone/>
              <a:defRPr sz="1266"/>
            </a:lvl9pPr>
          </a:lstStyle>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4" name="Текст 3">
            <a:extLst xmlns:a="http://schemas.openxmlformats.org/drawingml/2006/main">
              <a:ext uri="{FF2B5EF4-FFF2-40B4-BE49-F238E27FC236}">
                <a16:creationId xmlns:a16="http://schemas.microsoft.com/office/drawing/2014/main" id="{23E8D86B-609C-423A-9220-D7DC81877B7C}"/>
              </a:ext>
            </a:extLst>
          </p:cNvPr>
          <p:cNvSpPr>
            <a:spLocks xmlns:a="http://schemas.openxmlformats.org/drawingml/2006/main" noGrp="1"/>
          </p:cNvSpPr>
          <p:nvPr>
            <p:ph type="body" idx="2"/>
          </p:nvPr>
        </p:nvSpPr>
        <p:spPr>
          <a:xfrm xmlns:a="http://schemas.openxmlformats.org/drawingml/2006/main">
            <a:off x="334966" y="2428239"/>
            <a:ext cx="4437062" cy="3637281"/>
          </a:xfrm>
        </p:spPr>
        <p:txBody>
          <a:bodyPr xmlns:a="http://schemas.openxmlformats.org/drawingml/2006/main">
            <a:normAutofit/>
          </a:bodyPr>
          <a:lstStyle xmlns:a="http://schemas.openxmlformats.org/drawingml/2006/main">
            <a:lvl1pPr marL="0" indent="0">
              <a:buNone/>
              <a:defRPr sz="1400"/>
            </a:lvl1pPr>
            <a:lvl2pPr marL="289378" indent="0">
              <a:buNone/>
              <a:defRPr sz="886"/>
            </a:lvl2pPr>
            <a:lvl3pPr marL="578755" indent="0">
              <a:buNone/>
              <a:defRPr sz="760"/>
            </a:lvl3pPr>
            <a:lvl4pPr marL="868132" indent="0">
              <a:buNone/>
              <a:defRPr sz="631"/>
            </a:lvl4pPr>
            <a:lvl5pPr marL="1157510" indent="0">
              <a:buNone/>
              <a:defRPr sz="631"/>
            </a:lvl5pPr>
            <a:lvl6pPr marL="1446887" indent="0">
              <a:buNone/>
              <a:defRPr sz="631"/>
            </a:lvl6pPr>
            <a:lvl7pPr marL="1736266" indent="0">
              <a:buNone/>
              <a:defRPr sz="631"/>
            </a:lvl7pPr>
            <a:lvl8pPr marL="2025644" indent="0">
              <a:buNone/>
              <a:defRPr sz="631"/>
            </a:lvl8pPr>
            <a:lvl9pPr marL="2315021" indent="0">
              <a:buNone/>
              <a:defRPr sz="631"/>
            </a:lvl9pPr>
          </a:lstStyle>
          <a:p xmlns:a="http://schemas.openxmlformats.org/drawingml/2006/main">
            <a:pPr lvl="0">
              <a:buNone/>
            </a:pPr>
            <a:r>
              <a:t>Образец текста</a:t>
            </a:r>
          </a:p>
        </p:txBody>
      </p:sp>
      <p:sp>
        <p:nvSpPr>
          <p:cNvPr id="8" name="Дата 3">
            <a:extLst xmlns:a="http://schemas.openxmlformats.org/drawingml/2006/main">
              <a:ext uri="{FF2B5EF4-FFF2-40B4-BE49-F238E27FC236}">
                <a16:creationId xmlns:a16="http://schemas.microsoft.com/office/drawing/2014/main" id="{3D3B951D-08AE-4736-8D36-4EB9974DAC44}"/>
              </a:ext>
            </a:extLst>
          </p:cNvPr>
          <p:cNvSpPr>
            <a:spLocks xmlns:a="http://schemas.openxmlformats.org/drawingml/2006/main" noGrp="1"/>
          </p:cNvSpPr>
          <p:nvPr>
            <p:ph type="dt" idx="10"/>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DE74468B-3512-454B-AB51-7AE95604D39E}" type="datetime1">
              <a:t>02.10.2026</a:t>
            </a:fld>
            <a:endParaRPr/>
          </a:p>
        </p:txBody>
      </p:sp>
      <p:sp>
        <p:nvSpPr>
          <p:cNvPr id="9" name="Нижний колонтитул 4">
            <a:extLst xmlns:a="http://schemas.openxmlformats.org/drawingml/2006/main">
              <a:ext uri="{FF2B5EF4-FFF2-40B4-BE49-F238E27FC236}">
                <a16:creationId xmlns:a16="http://schemas.microsoft.com/office/drawing/2014/main" id="{D1D906C7-232A-4192-A02B-35F764700239}"/>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10" name="Номер слайда 5">
            <a:extLst xmlns:a="http://schemas.openxmlformats.org/drawingml/2006/main">
              <a:ext uri="{FF2B5EF4-FFF2-40B4-BE49-F238E27FC236}">
                <a16:creationId xmlns:a16="http://schemas.microsoft.com/office/drawing/2014/main" id="{0E0F42FE-1DE2-4412-B92B-28748FBE7FCD}"/>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Tree>
  </p:cSld>
</p:sldLayout>
</file>

<file path=ppt/slideLayouts/slideLayout10.xml><?xml version="1.0" encoding="utf-8"?>
<p:sldLayout xmlns:p="http://schemas.openxmlformats.org/presentationml/2006/main" preserve="1" userDrawn="1">
  <p:cSld name="Рисунок с подписью">
    <p:spTree>
      <p:nvGrpSpPr>
        <p:cNvPr id="1" name=""/>
        <p:cNvGrpSpPr/>
        <p:nvPr/>
      </p:nvGrpSpPr>
      <p:grpSpPr>
        <a:xfrm xmlns:a="http://schemas.openxmlformats.org/drawingml/2006/main"/>
      </p:grpSpPr>
      <p:sp>
        <p:nvSpPr>
          <p:cNvPr id="5" name="Дата 4">
            <a:extLst xmlns:a="http://schemas.openxmlformats.org/drawingml/2006/main">
              <a:ext uri="{FF2B5EF4-FFF2-40B4-BE49-F238E27FC236}">
                <a16:creationId xmlns:a16="http://schemas.microsoft.com/office/drawing/2014/main" id="{6492DF34-242F-4712-ACC0-85E96FE006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BAB2196-A440-4E25-B9FF-D0ADB01B1A15}" type="datetime1">
              <a:t>02.10.2026</a:t>
            </a:fld>
            <a:endParaRPr/>
          </a:p>
        </p:txBody>
      </p:sp>
      <p:sp>
        <p:nvSpPr>
          <p:cNvPr id="6" name="Нижний колонтитул 5">
            <a:extLst xmlns:a="http://schemas.openxmlformats.org/drawingml/2006/main">
              <a:ext uri="{FF2B5EF4-FFF2-40B4-BE49-F238E27FC236}">
                <a16:creationId xmlns:a16="http://schemas.microsoft.com/office/drawing/2014/main" id="{A5BFC209-E220-4DB1-9582-A06EDB70669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11" name="Заголовок 1">
            <a:extLst xmlns:a="http://schemas.openxmlformats.org/drawingml/2006/main">
              <a:ext uri="{FF2B5EF4-FFF2-40B4-BE49-F238E27FC236}">
                <a16:creationId xmlns:a16="http://schemas.microsoft.com/office/drawing/2014/main" id="{F045645C-2F92-4AF1-B96A-C79DEB76E78C}"/>
              </a:ext>
            </a:extLst>
          </p:cNvPr>
          <p:cNvSpPr>
            <a:spLocks xmlns:a="http://schemas.openxmlformats.org/drawingml/2006/main" noGrp="1"/>
          </p:cNvSpPr>
          <p:nvPr>
            <p:ph type="ctrTitle" idx="0" hasCustomPrompt="1"/>
          </p:nvPr>
        </p:nvSpPr>
        <p:spPr>
          <a:xfrm xmlns:a="http://schemas.openxmlformats.org/drawingml/2006/main">
            <a:off x="802640" y="3922529"/>
            <a:ext cx="5293359" cy="1654542"/>
          </a:xfrm>
        </p:spPr>
        <p:txBody>
          <a:bodyPr xmlns:a="http://schemas.openxmlformats.org/drawingml/2006/main" anchor="ctr"/>
          <a:lstStyle xmlns:a="http://schemas.openxmlformats.org/drawingml/2006/main">
            <a:lvl1pPr algn="l">
              <a:buNone/>
              <a:defRPr sz="2800">
                <a:solidFill>
                  <a:schemeClr val="bg1">
                    <a:lumMod val="95000"/>
                  </a:schemeClr>
                </a:solidFill>
              </a:defRPr>
            </a:lvl1pPr>
          </a:lstStyle>
          <a:p xmlns:a="http://schemas.openxmlformats.org/drawingml/2006/main">
            <a:r>
              <a:t>ОБРАЗЕЦ ЗАГОЛОВКА</a:t>
            </a:r>
          </a:p>
        </p:txBody>
      </p:sp>
      <p:sp>
        <p:nvSpPr>
          <p:cNvPr id="18" name="Номер слайда 5">
            <a:extLst xmlns:a="http://schemas.openxmlformats.org/drawingml/2006/main">
              <a:ext uri="{FF2B5EF4-FFF2-40B4-BE49-F238E27FC236}">
                <a16:creationId xmlns:a16="http://schemas.microsoft.com/office/drawing/2014/main" id="{424E19F6-1411-4AFE-9677-D4180DA214C9}"/>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Tree>
  </p:cSld>
</p:sldLayout>
</file>

<file path=ppt/slideLayouts/slideLayout11.xml><?xml version="1.0" encoding="utf-8"?>
<p:sldLayout xmlns:p="http://schemas.openxmlformats.org/presentationml/2006/main" preserve="1" userDrawn="1">
  <p:cSld name="Содержание_1">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C7BAE699-64F9-49EF-B784-2DEF2B221955}"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11" name="Текст 6">
            <a:extLst xmlns:a="http://schemas.openxmlformats.org/drawingml/2006/main">
              <a:ext uri="{FF2B5EF4-FFF2-40B4-BE49-F238E27FC236}">
                <a16:creationId xmlns:a16="http://schemas.microsoft.com/office/drawing/2014/main" id="{A8E19DA3-4B31-4259-B9A7-5F7A2E642854}"/>
              </a:ext>
            </a:extLst>
          </p:cNvPr>
          <p:cNvSpPr>
            <a:spLocks xmlns:a="http://schemas.openxmlformats.org/drawingml/2006/main" noGrp="1"/>
          </p:cNvSpPr>
          <p:nvPr>
            <p:ph type="body" idx="37" hasCustomPrompt="1"/>
          </p:nvPr>
        </p:nvSpPr>
        <p:spPr>
          <a:xfrm xmlns:a="http://schemas.openxmlformats.org/drawingml/2006/main">
            <a:off x="1873541" y="1222713"/>
            <a:ext cx="3866856" cy="423628"/>
          </a:xfrm>
        </p:spPr>
        <p:txBody>
          <a:bodyPr xmlns:a="http://schemas.openxmlformats.org/drawingml/2006/main">
            <a:noAutofit/>
          </a:bodyPr>
          <a:lstStyle xmlns:a="http://schemas.openxmlformats.org/drawingml/2006/main">
            <a:lvl1pPr marL="0" indent="0">
              <a:buNone/>
              <a:defRPr sz="1600" b="1">
                <a:solidFill>
                  <a:schemeClr val="accent2"/>
                </a:solidFill>
              </a:defRPr>
            </a:lvl1pPr>
          </a:lstStyle>
          <a:p xmlns:a="http://schemas.openxmlformats.org/drawingml/2006/main">
            <a:pPr lvl="0">
              <a:buNone/>
            </a:pPr>
            <a:r>
              <a:t>Заголовок</a:t>
            </a:r>
          </a:p>
        </p:txBody>
      </p:sp>
      <p:sp>
        <p:nvSpPr>
          <p:cNvPr id="12" name="Текст 9">
            <a:extLst xmlns:a="http://schemas.openxmlformats.org/drawingml/2006/main">
              <a:ext uri="{FF2B5EF4-FFF2-40B4-BE49-F238E27FC236}">
                <a16:creationId xmlns:a16="http://schemas.microsoft.com/office/drawing/2014/main" id="{42FEA996-0F55-4FCB-8FCC-C78FEA766CFA}"/>
              </a:ext>
            </a:extLst>
          </p:cNvPr>
          <p:cNvSpPr>
            <a:spLocks xmlns:a="http://schemas.openxmlformats.org/drawingml/2006/main" noGrp="1"/>
          </p:cNvSpPr>
          <p:nvPr>
            <p:ph type="body" idx="38" hasCustomPrompt="1"/>
          </p:nvPr>
        </p:nvSpPr>
        <p:spPr>
          <a:xfrm xmlns:a="http://schemas.openxmlformats.org/drawingml/2006/main">
            <a:off x="1873544" y="1790324"/>
            <a:ext cx="3866856" cy="672075"/>
          </a:xfrm>
        </p:spPr>
        <p:txBody>
          <a:bodyPr xmlns:a="http://schemas.openxmlformats.org/drawingml/2006/main">
            <a:normAutofit/>
          </a:bodyPr>
          <a:lstStyle xmlns:a="http://schemas.openxmlformats.org/drawingml/2006/main">
            <a:lvl2pPr>
              <a:buNone/>
              <a:defRPr sz="1400"/>
            </a:lvl2pPr>
          </a:lstStyle>
          <a:p xmlns:a="http://schemas.openxmlformats.org/drawingml/2006/main">
            <a:pPr lvl="1">
              <a:buNone/>
            </a:pPr>
            <a:r>
              <a:t>Описание</a:t>
            </a:r>
          </a:p>
        </p:txBody>
      </p:sp>
      <p:sp>
        <p:nvSpPr>
          <p:cNvPr id="13" name="Текст 6">
            <a:extLst xmlns:a="http://schemas.openxmlformats.org/drawingml/2006/main">
              <a:ext uri="{FF2B5EF4-FFF2-40B4-BE49-F238E27FC236}">
                <a16:creationId xmlns:a16="http://schemas.microsoft.com/office/drawing/2014/main" id="{C4D8DFD8-867D-4062-800E-27B73FA83BFA}"/>
              </a:ext>
            </a:extLst>
          </p:cNvPr>
          <p:cNvSpPr>
            <a:spLocks xmlns:a="http://schemas.openxmlformats.org/drawingml/2006/main" noGrp="1"/>
          </p:cNvSpPr>
          <p:nvPr>
            <p:ph type="body" idx="39" hasCustomPrompt="1"/>
          </p:nvPr>
        </p:nvSpPr>
        <p:spPr>
          <a:xfrm xmlns:a="http://schemas.openxmlformats.org/drawingml/2006/main">
            <a:off x="1854185" y="2826697"/>
            <a:ext cx="3866856" cy="403756"/>
          </a:xfrm>
        </p:spPr>
        <p:txBody>
          <a:bodyPr xmlns:a="http://schemas.openxmlformats.org/drawingml/2006/main">
            <a:noAutofit/>
          </a:bodyPr>
          <a:lstStyle xmlns:a="http://schemas.openxmlformats.org/drawingml/2006/main">
            <a:lvl1pPr marL="0" indent="0">
              <a:buNone/>
              <a:defRPr sz="1600" b="1">
                <a:solidFill>
                  <a:schemeClr val="accent2"/>
                </a:solidFill>
              </a:defRPr>
            </a:lvl1pPr>
          </a:lstStyle>
          <a:p xmlns:a="http://schemas.openxmlformats.org/drawingml/2006/main">
            <a:pPr lvl="0">
              <a:buNone/>
            </a:pPr>
            <a:r>
              <a:t>Заголовок</a:t>
            </a:r>
          </a:p>
        </p:txBody>
      </p:sp>
      <p:sp>
        <p:nvSpPr>
          <p:cNvPr id="14" name="Текст 9">
            <a:extLst xmlns:a="http://schemas.openxmlformats.org/drawingml/2006/main">
              <a:ext uri="{FF2B5EF4-FFF2-40B4-BE49-F238E27FC236}">
                <a16:creationId xmlns:a16="http://schemas.microsoft.com/office/drawing/2014/main" id="{01B4FB59-79EB-42C6-8468-505204DD843D}"/>
              </a:ext>
            </a:extLst>
          </p:cNvPr>
          <p:cNvSpPr>
            <a:spLocks xmlns:a="http://schemas.openxmlformats.org/drawingml/2006/main" noGrp="1"/>
          </p:cNvSpPr>
          <p:nvPr>
            <p:ph type="body" idx="40" hasCustomPrompt="1"/>
          </p:nvPr>
        </p:nvSpPr>
        <p:spPr>
          <a:xfrm xmlns:a="http://schemas.openxmlformats.org/drawingml/2006/main">
            <a:off x="1854185" y="3374436"/>
            <a:ext cx="3866856" cy="672075"/>
          </a:xfrm>
        </p:spPr>
        <p:txBody>
          <a:bodyPr xmlns:a="http://schemas.openxmlformats.org/drawingml/2006/main">
            <a:normAutofit/>
          </a:bodyPr>
          <a:lstStyle xmlns:a="http://schemas.openxmlformats.org/drawingml/2006/main">
            <a:lvl2pPr>
              <a:buNone/>
              <a:defRPr sz="1400"/>
            </a:lvl2pPr>
          </a:lstStyle>
          <a:p xmlns:a="http://schemas.openxmlformats.org/drawingml/2006/main">
            <a:pPr lvl="1">
              <a:buNone/>
            </a:pPr>
            <a:r>
              <a:t>Описание</a:t>
            </a:r>
          </a:p>
        </p:txBody>
      </p:sp>
      <p:sp>
        <p:nvSpPr>
          <p:cNvPr id="15" name="Текст 6">
            <a:extLst xmlns:a="http://schemas.openxmlformats.org/drawingml/2006/main">
              <a:ext uri="{FF2B5EF4-FFF2-40B4-BE49-F238E27FC236}">
                <a16:creationId xmlns:a16="http://schemas.microsoft.com/office/drawing/2014/main" id="{2DD2E24E-A578-41A0-8812-3CEB5EB7DE20}"/>
              </a:ext>
            </a:extLst>
          </p:cNvPr>
          <p:cNvSpPr>
            <a:spLocks xmlns:a="http://schemas.openxmlformats.org/drawingml/2006/main" noGrp="1"/>
          </p:cNvSpPr>
          <p:nvPr>
            <p:ph type="body" idx="41" hasCustomPrompt="1"/>
          </p:nvPr>
        </p:nvSpPr>
        <p:spPr>
          <a:xfrm xmlns:a="http://schemas.openxmlformats.org/drawingml/2006/main">
            <a:off x="1854185" y="4410809"/>
            <a:ext cx="3866856" cy="403913"/>
          </a:xfrm>
        </p:spPr>
        <p:txBody>
          <a:bodyPr xmlns:a="http://schemas.openxmlformats.org/drawingml/2006/main">
            <a:noAutofit/>
          </a:bodyPr>
          <a:lstStyle xmlns:a="http://schemas.openxmlformats.org/drawingml/2006/main">
            <a:lvl1pPr marL="0" indent="0">
              <a:buNone/>
              <a:defRPr sz="1600" b="1">
                <a:solidFill>
                  <a:schemeClr val="accent2"/>
                </a:solidFill>
              </a:defRPr>
            </a:lvl1pPr>
          </a:lstStyle>
          <a:p xmlns:a="http://schemas.openxmlformats.org/drawingml/2006/main">
            <a:pPr lvl="0">
              <a:buNone/>
            </a:pPr>
            <a:r>
              <a:t>Заголовок</a:t>
            </a:r>
          </a:p>
        </p:txBody>
      </p:sp>
      <p:sp>
        <p:nvSpPr>
          <p:cNvPr id="16" name="Текст 9">
            <a:extLst xmlns:a="http://schemas.openxmlformats.org/drawingml/2006/main">
              <a:ext uri="{FF2B5EF4-FFF2-40B4-BE49-F238E27FC236}">
                <a16:creationId xmlns:a16="http://schemas.microsoft.com/office/drawing/2014/main" id="{29120726-8DD9-4194-A282-2630D18F49EA}"/>
              </a:ext>
            </a:extLst>
          </p:cNvPr>
          <p:cNvSpPr>
            <a:spLocks xmlns:a="http://schemas.openxmlformats.org/drawingml/2006/main" noGrp="1"/>
          </p:cNvSpPr>
          <p:nvPr>
            <p:ph type="body" idx="42" hasCustomPrompt="1"/>
          </p:nvPr>
        </p:nvSpPr>
        <p:spPr>
          <a:xfrm xmlns:a="http://schemas.openxmlformats.org/drawingml/2006/main">
            <a:off x="1854185" y="4958548"/>
            <a:ext cx="3866856" cy="672075"/>
          </a:xfrm>
        </p:spPr>
        <p:txBody>
          <a:bodyPr xmlns:a="http://schemas.openxmlformats.org/drawingml/2006/main">
            <a:normAutofit/>
          </a:bodyPr>
          <a:lstStyle xmlns:a="http://schemas.openxmlformats.org/drawingml/2006/main">
            <a:lvl2pPr>
              <a:buNone/>
              <a:defRPr sz="1400"/>
            </a:lvl2pPr>
          </a:lstStyle>
          <a:p xmlns:a="http://schemas.openxmlformats.org/drawingml/2006/main">
            <a:pPr lvl="1">
              <a:buNone/>
            </a:pPr>
            <a:r>
              <a:t>Описание</a:t>
            </a:r>
          </a:p>
        </p:txBody>
      </p:sp>
      <p:sp>
        <p:nvSpPr>
          <p:cNvPr id="20" name="Текст 6">
            <a:extLst xmlns:a="http://schemas.openxmlformats.org/drawingml/2006/main">
              <a:ext uri="{FF2B5EF4-FFF2-40B4-BE49-F238E27FC236}">
                <a16:creationId xmlns:a16="http://schemas.microsoft.com/office/drawing/2014/main" id="{F30BC2DD-F35E-474E-A833-EA478E7F80B7}"/>
              </a:ext>
            </a:extLst>
          </p:cNvPr>
          <p:cNvSpPr>
            <a:spLocks xmlns:a="http://schemas.openxmlformats.org/drawingml/2006/main" noGrp="1"/>
          </p:cNvSpPr>
          <p:nvPr>
            <p:ph type="body" idx="43" hasCustomPrompt="1"/>
          </p:nvPr>
        </p:nvSpPr>
        <p:spPr>
          <a:xfrm xmlns:a="http://schemas.openxmlformats.org/drawingml/2006/main">
            <a:off x="7546648" y="1222713"/>
            <a:ext cx="3866856" cy="423628"/>
          </a:xfrm>
        </p:spPr>
        <p:txBody>
          <a:bodyPr xmlns:a="http://schemas.openxmlformats.org/drawingml/2006/main">
            <a:noAutofit/>
          </a:bodyPr>
          <a:lstStyle xmlns:a="http://schemas.openxmlformats.org/drawingml/2006/main">
            <a:lvl1pPr marL="0" indent="0">
              <a:buNone/>
              <a:defRPr sz="1600" b="1">
                <a:solidFill>
                  <a:schemeClr val="accent2"/>
                </a:solidFill>
              </a:defRPr>
            </a:lvl1pPr>
          </a:lstStyle>
          <a:p xmlns:a="http://schemas.openxmlformats.org/drawingml/2006/main">
            <a:pPr lvl="0">
              <a:buNone/>
            </a:pPr>
            <a:r>
              <a:t>Заголовок</a:t>
            </a:r>
          </a:p>
        </p:txBody>
      </p:sp>
      <p:sp>
        <p:nvSpPr>
          <p:cNvPr id="21" name="Текст 9">
            <a:extLst xmlns:a="http://schemas.openxmlformats.org/drawingml/2006/main">
              <a:ext uri="{FF2B5EF4-FFF2-40B4-BE49-F238E27FC236}">
                <a16:creationId xmlns:a16="http://schemas.microsoft.com/office/drawing/2014/main" id="{7124A073-4FEB-4F54-A9B4-6797D7B46CC3}"/>
              </a:ext>
            </a:extLst>
          </p:cNvPr>
          <p:cNvSpPr>
            <a:spLocks xmlns:a="http://schemas.openxmlformats.org/drawingml/2006/main" noGrp="1"/>
          </p:cNvSpPr>
          <p:nvPr>
            <p:ph type="body" idx="44" hasCustomPrompt="1"/>
          </p:nvPr>
        </p:nvSpPr>
        <p:spPr>
          <a:xfrm xmlns:a="http://schemas.openxmlformats.org/drawingml/2006/main">
            <a:off x="7546651" y="1790324"/>
            <a:ext cx="3866856" cy="672075"/>
          </a:xfrm>
        </p:spPr>
        <p:txBody>
          <a:bodyPr xmlns:a="http://schemas.openxmlformats.org/drawingml/2006/main">
            <a:normAutofit/>
          </a:bodyPr>
          <a:lstStyle xmlns:a="http://schemas.openxmlformats.org/drawingml/2006/main">
            <a:lvl2pPr>
              <a:buNone/>
              <a:defRPr sz="1400"/>
            </a:lvl2pPr>
          </a:lstStyle>
          <a:p xmlns:a="http://schemas.openxmlformats.org/drawingml/2006/main">
            <a:pPr lvl="1">
              <a:buNone/>
            </a:pPr>
            <a:r>
              <a:t>Описание</a:t>
            </a:r>
          </a:p>
        </p:txBody>
      </p:sp>
      <p:sp>
        <p:nvSpPr>
          <p:cNvPr id="22" name="Текст 6">
            <a:extLst xmlns:a="http://schemas.openxmlformats.org/drawingml/2006/main">
              <a:ext uri="{FF2B5EF4-FFF2-40B4-BE49-F238E27FC236}">
                <a16:creationId xmlns:a16="http://schemas.microsoft.com/office/drawing/2014/main" id="{17FB4F65-9ABC-4376-8283-0F33F9BB91D6}"/>
              </a:ext>
            </a:extLst>
          </p:cNvPr>
          <p:cNvSpPr>
            <a:spLocks xmlns:a="http://schemas.openxmlformats.org/drawingml/2006/main" noGrp="1"/>
          </p:cNvSpPr>
          <p:nvPr>
            <p:ph type="body" idx="45" hasCustomPrompt="1"/>
          </p:nvPr>
        </p:nvSpPr>
        <p:spPr>
          <a:xfrm xmlns:a="http://schemas.openxmlformats.org/drawingml/2006/main">
            <a:off x="7527292" y="2826697"/>
            <a:ext cx="3866856" cy="403756"/>
          </a:xfrm>
        </p:spPr>
        <p:txBody>
          <a:bodyPr xmlns:a="http://schemas.openxmlformats.org/drawingml/2006/main">
            <a:noAutofit/>
          </a:bodyPr>
          <a:lstStyle xmlns:a="http://schemas.openxmlformats.org/drawingml/2006/main">
            <a:lvl1pPr marL="0" indent="0">
              <a:buNone/>
              <a:defRPr sz="1600" b="1">
                <a:solidFill>
                  <a:schemeClr val="accent2"/>
                </a:solidFill>
              </a:defRPr>
            </a:lvl1pPr>
          </a:lstStyle>
          <a:p xmlns:a="http://schemas.openxmlformats.org/drawingml/2006/main">
            <a:pPr lvl="0">
              <a:buNone/>
            </a:pPr>
            <a:r>
              <a:t>Заголовок</a:t>
            </a:r>
          </a:p>
        </p:txBody>
      </p:sp>
      <p:sp>
        <p:nvSpPr>
          <p:cNvPr id="23" name="Текст 9">
            <a:extLst xmlns:a="http://schemas.openxmlformats.org/drawingml/2006/main">
              <a:ext uri="{FF2B5EF4-FFF2-40B4-BE49-F238E27FC236}">
                <a16:creationId xmlns:a16="http://schemas.microsoft.com/office/drawing/2014/main" id="{C2E3AAAD-E9EB-4A42-ADAF-EDA850F01ED1}"/>
              </a:ext>
            </a:extLst>
          </p:cNvPr>
          <p:cNvSpPr>
            <a:spLocks xmlns:a="http://schemas.openxmlformats.org/drawingml/2006/main" noGrp="1"/>
          </p:cNvSpPr>
          <p:nvPr>
            <p:ph type="body" idx="46" hasCustomPrompt="1"/>
          </p:nvPr>
        </p:nvSpPr>
        <p:spPr>
          <a:xfrm xmlns:a="http://schemas.openxmlformats.org/drawingml/2006/main">
            <a:off x="7527292" y="3374436"/>
            <a:ext cx="3866856" cy="672075"/>
          </a:xfrm>
        </p:spPr>
        <p:txBody>
          <a:bodyPr xmlns:a="http://schemas.openxmlformats.org/drawingml/2006/main">
            <a:normAutofit/>
          </a:bodyPr>
          <a:lstStyle xmlns:a="http://schemas.openxmlformats.org/drawingml/2006/main">
            <a:lvl2pPr>
              <a:buNone/>
              <a:defRPr sz="1400"/>
            </a:lvl2pPr>
          </a:lstStyle>
          <a:p xmlns:a="http://schemas.openxmlformats.org/drawingml/2006/main">
            <a:pPr lvl="1">
              <a:buNone/>
            </a:pPr>
            <a:r>
              <a:t>Описание</a:t>
            </a:r>
          </a:p>
        </p:txBody>
      </p:sp>
      <p:sp>
        <p:nvSpPr>
          <p:cNvPr id="24" name="Текст 6">
            <a:extLst xmlns:a="http://schemas.openxmlformats.org/drawingml/2006/main">
              <a:ext uri="{FF2B5EF4-FFF2-40B4-BE49-F238E27FC236}">
                <a16:creationId xmlns:a16="http://schemas.microsoft.com/office/drawing/2014/main" id="{835470A4-56EB-4A53-A875-42155372D2DA}"/>
              </a:ext>
            </a:extLst>
          </p:cNvPr>
          <p:cNvSpPr>
            <a:spLocks xmlns:a="http://schemas.openxmlformats.org/drawingml/2006/main" noGrp="1"/>
          </p:cNvSpPr>
          <p:nvPr>
            <p:ph type="body" idx="47" hasCustomPrompt="1"/>
          </p:nvPr>
        </p:nvSpPr>
        <p:spPr>
          <a:xfrm xmlns:a="http://schemas.openxmlformats.org/drawingml/2006/main">
            <a:off x="7527292" y="4410809"/>
            <a:ext cx="3866856" cy="403913"/>
          </a:xfrm>
        </p:spPr>
        <p:txBody>
          <a:bodyPr xmlns:a="http://schemas.openxmlformats.org/drawingml/2006/main">
            <a:noAutofit/>
          </a:bodyPr>
          <a:lstStyle xmlns:a="http://schemas.openxmlformats.org/drawingml/2006/main">
            <a:lvl1pPr marL="0" indent="0">
              <a:buNone/>
              <a:defRPr sz="1600" b="1">
                <a:solidFill>
                  <a:schemeClr val="accent2"/>
                </a:solidFill>
              </a:defRPr>
            </a:lvl1pPr>
          </a:lstStyle>
          <a:p xmlns:a="http://schemas.openxmlformats.org/drawingml/2006/main">
            <a:pPr lvl="0">
              <a:buNone/>
            </a:pPr>
            <a:r>
              <a:t>Заголовок</a:t>
            </a:r>
          </a:p>
        </p:txBody>
      </p:sp>
      <p:sp>
        <p:nvSpPr>
          <p:cNvPr id="25" name="Текст 9">
            <a:extLst xmlns:a="http://schemas.openxmlformats.org/drawingml/2006/main">
              <a:ext uri="{FF2B5EF4-FFF2-40B4-BE49-F238E27FC236}">
                <a16:creationId xmlns:a16="http://schemas.microsoft.com/office/drawing/2014/main" id="{ED3CC4C2-7EF9-4A4B-BDD1-B16EF36B84C3}"/>
              </a:ext>
            </a:extLst>
          </p:cNvPr>
          <p:cNvSpPr>
            <a:spLocks xmlns:a="http://schemas.openxmlformats.org/drawingml/2006/main" noGrp="1"/>
          </p:cNvSpPr>
          <p:nvPr>
            <p:ph type="body" idx="48" hasCustomPrompt="1"/>
          </p:nvPr>
        </p:nvSpPr>
        <p:spPr>
          <a:xfrm xmlns:a="http://schemas.openxmlformats.org/drawingml/2006/main">
            <a:off x="7527292" y="4958548"/>
            <a:ext cx="3866856" cy="672075"/>
          </a:xfrm>
        </p:spPr>
        <p:txBody>
          <a:bodyPr xmlns:a="http://schemas.openxmlformats.org/drawingml/2006/main">
            <a:normAutofit/>
          </a:bodyPr>
          <a:lstStyle xmlns:a="http://schemas.openxmlformats.org/drawingml/2006/main">
            <a:lvl2pPr>
              <a:buNone/>
              <a:defRPr sz="1400"/>
            </a:lvl2pPr>
          </a:lstStyle>
          <a:p xmlns:a="http://schemas.openxmlformats.org/drawingml/2006/main">
            <a:pPr lvl="1">
              <a:buNone/>
            </a:pPr>
            <a:r>
              <a:t>Описание</a:t>
            </a:r>
          </a:p>
        </p:txBody>
      </p:sp>
      <p:sp>
        <p:nvSpPr>
          <p:cNvPr id="26" name="Заголовок 1">
            <a:extLst xmlns:a="http://schemas.openxmlformats.org/drawingml/2006/main">
              <a:ext uri="{FF2B5EF4-FFF2-40B4-BE49-F238E27FC236}">
                <a16:creationId xmlns:a16="http://schemas.microsoft.com/office/drawing/2014/main" id="{55CB4C33-0A35-4822-B0EF-4E754699A138}"/>
              </a:ext>
            </a:extLst>
          </p:cNvPr>
          <p:cNvSpPr>
            <a:spLocks xmlns:a="http://schemas.openxmlformats.org/drawingml/2006/main" noGrp="1"/>
          </p:cNvSpPr>
          <p:nvPr>
            <p:ph type="title" idx="0"/>
          </p:nvPr>
        </p:nvSpPr>
        <p:spPr>
          <a:xfrm xmlns:a="http://schemas.openxmlformats.org/drawingml/2006/main">
            <a:off x="346075"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27" name="Текст 6">
            <a:extLst xmlns:a="http://schemas.openxmlformats.org/drawingml/2006/main">
              <a:ext uri="{FF2B5EF4-FFF2-40B4-BE49-F238E27FC236}">
                <a16:creationId xmlns:a16="http://schemas.microsoft.com/office/drawing/2014/main" id="{53CEA4EC-5717-426C-A1A1-534D0A055245}"/>
              </a:ext>
            </a:extLst>
          </p:cNvPr>
          <p:cNvSpPr>
            <a:spLocks xmlns:a="http://schemas.openxmlformats.org/drawingml/2006/main" noGrp="1"/>
          </p:cNvSpPr>
          <p:nvPr>
            <p:ph type="body" idx="49" hasCustomPrompt="1"/>
          </p:nvPr>
        </p:nvSpPr>
        <p:spPr>
          <a:xfrm xmlns:a="http://schemas.openxmlformats.org/drawingml/2006/main">
            <a:off x="778493" y="1187988"/>
            <a:ext cx="771003" cy="423628"/>
          </a:xfrm>
        </p:spPr>
        <p:txBody>
          <a:bodyPr xmlns:a="http://schemas.openxmlformats.org/drawingml/2006/main">
            <a:noAutofit/>
          </a:bodyPr>
          <a:lstStyle xmlns:a="http://schemas.openxmlformats.org/drawingml/2006/main">
            <a:lvl1pPr marL="0" indent="0">
              <a:buNone/>
              <a:defRPr sz="2800" b="0">
                <a:solidFill>
                  <a:schemeClr val="accent2"/>
                </a:solidFill>
              </a:defRPr>
            </a:lvl1pPr>
          </a:lstStyle>
          <a:p xmlns:a="http://schemas.openxmlformats.org/drawingml/2006/main">
            <a:pPr lvl="0">
              <a:buNone/>
            </a:pPr>
            <a:r>
              <a:t>01</a:t>
            </a:r>
          </a:p>
        </p:txBody>
      </p:sp>
      <p:sp>
        <p:nvSpPr>
          <p:cNvPr id="28" name="Текст 6">
            <a:extLst xmlns:a="http://schemas.openxmlformats.org/drawingml/2006/main">
              <a:ext uri="{FF2B5EF4-FFF2-40B4-BE49-F238E27FC236}">
                <a16:creationId xmlns:a16="http://schemas.microsoft.com/office/drawing/2014/main" id="{ECD22E46-ECAB-4A6C-9243-E1661118B477}"/>
              </a:ext>
            </a:extLst>
          </p:cNvPr>
          <p:cNvSpPr>
            <a:spLocks xmlns:a="http://schemas.openxmlformats.org/drawingml/2006/main" noGrp="1"/>
          </p:cNvSpPr>
          <p:nvPr>
            <p:ph type="body" idx="50" hasCustomPrompt="1"/>
          </p:nvPr>
        </p:nvSpPr>
        <p:spPr>
          <a:xfrm xmlns:a="http://schemas.openxmlformats.org/drawingml/2006/main">
            <a:off x="759137" y="2791972"/>
            <a:ext cx="771003" cy="403756"/>
          </a:xfrm>
        </p:spPr>
        <p:txBody>
          <a:bodyPr xmlns:a="http://schemas.openxmlformats.org/drawingml/2006/main">
            <a:noAutofit/>
          </a:bodyPr>
          <a:lstStyle xmlns:a="http://schemas.openxmlformats.org/drawingml/2006/main">
            <a:lvl1pPr marL="0" indent="0">
              <a:buNone/>
              <a:defRPr sz="2800" b="0">
                <a:solidFill>
                  <a:schemeClr val="accent2"/>
                </a:solidFill>
              </a:defRPr>
            </a:lvl1pPr>
          </a:lstStyle>
          <a:p xmlns:a="http://schemas.openxmlformats.org/drawingml/2006/main">
            <a:pPr lvl="0">
              <a:buNone/>
            </a:pPr>
            <a:r>
              <a:t>02</a:t>
            </a:r>
          </a:p>
        </p:txBody>
      </p:sp>
      <p:sp>
        <p:nvSpPr>
          <p:cNvPr id="29" name="Текст 6">
            <a:extLst xmlns:a="http://schemas.openxmlformats.org/drawingml/2006/main">
              <a:ext uri="{FF2B5EF4-FFF2-40B4-BE49-F238E27FC236}">
                <a16:creationId xmlns:a16="http://schemas.microsoft.com/office/drawing/2014/main" id="{A3CA815C-23B0-4736-B973-0A405AFC5D08}"/>
              </a:ext>
            </a:extLst>
          </p:cNvPr>
          <p:cNvSpPr>
            <a:spLocks xmlns:a="http://schemas.openxmlformats.org/drawingml/2006/main" noGrp="1"/>
          </p:cNvSpPr>
          <p:nvPr>
            <p:ph type="body" idx="51" hasCustomPrompt="1"/>
          </p:nvPr>
        </p:nvSpPr>
        <p:spPr>
          <a:xfrm xmlns:a="http://schemas.openxmlformats.org/drawingml/2006/main">
            <a:off x="759137" y="4376084"/>
            <a:ext cx="771003" cy="403913"/>
          </a:xfrm>
        </p:spPr>
        <p:txBody>
          <a:bodyPr xmlns:a="http://schemas.openxmlformats.org/drawingml/2006/main">
            <a:noAutofit/>
          </a:bodyPr>
          <a:lstStyle xmlns:a="http://schemas.openxmlformats.org/drawingml/2006/main">
            <a:lvl1pPr marL="0" indent="0">
              <a:buNone/>
              <a:defRPr sz="2800" b="0">
                <a:solidFill>
                  <a:schemeClr val="accent2"/>
                </a:solidFill>
              </a:defRPr>
            </a:lvl1pPr>
          </a:lstStyle>
          <a:p xmlns:a="http://schemas.openxmlformats.org/drawingml/2006/main">
            <a:pPr lvl="0">
              <a:buNone/>
            </a:pPr>
            <a:r>
              <a:t>03</a:t>
            </a:r>
          </a:p>
        </p:txBody>
      </p:sp>
      <p:sp>
        <p:nvSpPr>
          <p:cNvPr id="30" name="Текст 6">
            <a:extLst xmlns:a="http://schemas.openxmlformats.org/drawingml/2006/main">
              <a:ext uri="{FF2B5EF4-FFF2-40B4-BE49-F238E27FC236}">
                <a16:creationId xmlns:a16="http://schemas.microsoft.com/office/drawing/2014/main" id="{0C64CE05-E630-4FDE-B773-3165E579B3B6}"/>
              </a:ext>
            </a:extLst>
          </p:cNvPr>
          <p:cNvSpPr>
            <a:spLocks xmlns:a="http://schemas.openxmlformats.org/drawingml/2006/main" noGrp="1"/>
          </p:cNvSpPr>
          <p:nvPr>
            <p:ph type="body" idx="52" hasCustomPrompt="1"/>
          </p:nvPr>
        </p:nvSpPr>
        <p:spPr>
          <a:xfrm xmlns:a="http://schemas.openxmlformats.org/drawingml/2006/main">
            <a:off x="6451600" y="1187988"/>
            <a:ext cx="771003" cy="423628"/>
          </a:xfrm>
        </p:spPr>
        <p:txBody>
          <a:bodyPr xmlns:a="http://schemas.openxmlformats.org/drawingml/2006/main">
            <a:noAutofit/>
          </a:bodyPr>
          <a:lstStyle xmlns:a="http://schemas.openxmlformats.org/drawingml/2006/main">
            <a:lvl1pPr marL="0" indent="0">
              <a:buNone/>
              <a:defRPr sz="2800" b="0">
                <a:solidFill>
                  <a:schemeClr val="accent2"/>
                </a:solidFill>
              </a:defRPr>
            </a:lvl1pPr>
          </a:lstStyle>
          <a:p xmlns:a="http://schemas.openxmlformats.org/drawingml/2006/main">
            <a:pPr lvl="0">
              <a:buNone/>
            </a:pPr>
            <a:r>
              <a:t>04</a:t>
            </a:r>
          </a:p>
        </p:txBody>
      </p:sp>
      <p:sp>
        <p:nvSpPr>
          <p:cNvPr id="31" name="Текст 6">
            <a:extLst xmlns:a="http://schemas.openxmlformats.org/drawingml/2006/main">
              <a:ext uri="{FF2B5EF4-FFF2-40B4-BE49-F238E27FC236}">
                <a16:creationId xmlns:a16="http://schemas.microsoft.com/office/drawing/2014/main" id="{52DBB510-86A6-45BB-B6E1-54FE5A86B490}"/>
              </a:ext>
            </a:extLst>
          </p:cNvPr>
          <p:cNvSpPr>
            <a:spLocks xmlns:a="http://schemas.openxmlformats.org/drawingml/2006/main" noGrp="1"/>
          </p:cNvSpPr>
          <p:nvPr>
            <p:ph type="body" idx="53" hasCustomPrompt="1"/>
          </p:nvPr>
        </p:nvSpPr>
        <p:spPr>
          <a:xfrm xmlns:a="http://schemas.openxmlformats.org/drawingml/2006/main">
            <a:off x="6432244" y="2791972"/>
            <a:ext cx="771003" cy="403756"/>
          </a:xfrm>
        </p:spPr>
        <p:txBody>
          <a:bodyPr xmlns:a="http://schemas.openxmlformats.org/drawingml/2006/main">
            <a:noAutofit/>
          </a:bodyPr>
          <a:lstStyle xmlns:a="http://schemas.openxmlformats.org/drawingml/2006/main">
            <a:lvl1pPr marL="0" indent="0">
              <a:buNone/>
              <a:defRPr sz="2800" b="0">
                <a:solidFill>
                  <a:schemeClr val="accent2"/>
                </a:solidFill>
              </a:defRPr>
            </a:lvl1pPr>
          </a:lstStyle>
          <a:p xmlns:a="http://schemas.openxmlformats.org/drawingml/2006/main">
            <a:pPr lvl="0">
              <a:buNone/>
            </a:pPr>
            <a:r>
              <a:t>05</a:t>
            </a:r>
          </a:p>
        </p:txBody>
      </p:sp>
      <p:sp>
        <p:nvSpPr>
          <p:cNvPr id="32" name="Текст 6">
            <a:extLst xmlns:a="http://schemas.openxmlformats.org/drawingml/2006/main">
              <a:ext uri="{FF2B5EF4-FFF2-40B4-BE49-F238E27FC236}">
                <a16:creationId xmlns:a16="http://schemas.microsoft.com/office/drawing/2014/main" id="{CA530A5B-20B1-4742-8CF2-55C8F5CC1E91}"/>
              </a:ext>
            </a:extLst>
          </p:cNvPr>
          <p:cNvSpPr>
            <a:spLocks xmlns:a="http://schemas.openxmlformats.org/drawingml/2006/main" noGrp="1"/>
          </p:cNvSpPr>
          <p:nvPr>
            <p:ph type="body" idx="54" hasCustomPrompt="1"/>
          </p:nvPr>
        </p:nvSpPr>
        <p:spPr>
          <a:xfrm xmlns:a="http://schemas.openxmlformats.org/drawingml/2006/main">
            <a:off x="6432244" y="4376084"/>
            <a:ext cx="771003" cy="403913"/>
          </a:xfrm>
        </p:spPr>
        <p:txBody>
          <a:bodyPr xmlns:a="http://schemas.openxmlformats.org/drawingml/2006/main">
            <a:noAutofit/>
          </a:bodyPr>
          <a:lstStyle xmlns:a="http://schemas.openxmlformats.org/drawingml/2006/main">
            <a:lvl1pPr marL="0" indent="0">
              <a:buNone/>
              <a:defRPr sz="2800" b="0">
                <a:solidFill>
                  <a:schemeClr val="accent2"/>
                </a:solidFill>
              </a:defRPr>
            </a:lvl1pPr>
          </a:lstStyle>
          <a:p xmlns:a="http://schemas.openxmlformats.org/drawingml/2006/main">
            <a:pPr lvl="0">
              <a:buNone/>
            </a:pPr>
            <a:r>
              <a:t>06</a:t>
            </a:r>
          </a:p>
        </p:txBody>
      </p:sp>
    </p:spTree>
  </p:cSld>
</p:sldLayout>
</file>

<file path=ppt/slideLayouts/slideLayout12.xml><?xml version="1.0" encoding="utf-8"?>
<p:sldLayout xmlns:p="http://schemas.openxmlformats.org/presentationml/2006/main" preserve="1" userDrawn="1">
  <p:cSld name="Фотографии">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CAFA80CC-940E-479C-90C0-76DA923785E9}"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26" name="Заголовок 1">
            <a:extLst xmlns:a="http://schemas.openxmlformats.org/drawingml/2006/main">
              <a:ext uri="{FF2B5EF4-FFF2-40B4-BE49-F238E27FC236}">
                <a16:creationId xmlns:a16="http://schemas.microsoft.com/office/drawing/2014/main" id="{55CB4C33-0A35-4822-B0EF-4E754699A138}"/>
              </a:ext>
            </a:extLst>
          </p:cNvPr>
          <p:cNvSpPr>
            <a:spLocks xmlns:a="http://schemas.openxmlformats.org/drawingml/2006/main" noGrp="1"/>
          </p:cNvSpPr>
          <p:nvPr>
            <p:ph type="title" idx="0"/>
          </p:nvPr>
        </p:nvSpPr>
        <p:spPr>
          <a:xfrm xmlns:a="http://schemas.openxmlformats.org/drawingml/2006/main">
            <a:off x="372682"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27" name="Рисунок 7">
            <a:extLst xmlns:a="http://schemas.openxmlformats.org/drawingml/2006/main">
              <a:ext uri="{FF2B5EF4-FFF2-40B4-BE49-F238E27FC236}">
                <a16:creationId xmlns:a16="http://schemas.microsoft.com/office/drawing/2014/main" id="{7F6989B1-EABA-40DD-BFD6-7E0075CDDEE8}"/>
              </a:ext>
            </a:extLst>
          </p:cNvPr>
          <p:cNvSpPr>
            <a:spLocks xmlns:a="http://schemas.openxmlformats.org/drawingml/2006/main" noGrp="1"/>
          </p:cNvSpPr>
          <p:nvPr>
            <p:ph type="pic" idx="10"/>
          </p:nvPr>
        </p:nvSpPr>
        <p:spPr>
          <a:xfrm xmlns:a="http://schemas.openxmlformats.org/drawingml/2006/main">
            <a:off x="7440147" y="1016001"/>
            <a:ext cx="4405777" cy="3078479"/>
          </a:xfrm>
        </p:spPr>
        <p:txBody>
          <a:bodyPr xmlns:a="http://schemas.openxmlformats.org/drawingml/2006/main"/>
          <a:lstStyle xmlns:a="http://schemas.openxmlformats.org/drawingml/2006/main"/>
          <a:p xmlns:a="http://schemas.openxmlformats.org/drawingml/2006/main">
            <a:endParaRPr/>
          </a:p>
        </p:txBody>
      </p:sp>
      <p:sp>
        <p:nvSpPr>
          <p:cNvPr id="28" name="Рисунок 9">
            <a:extLst xmlns:a="http://schemas.openxmlformats.org/drawingml/2006/main">
              <a:ext uri="{FF2B5EF4-FFF2-40B4-BE49-F238E27FC236}">
                <a16:creationId xmlns:a16="http://schemas.microsoft.com/office/drawing/2014/main" id="{C157B27F-5477-43C4-BE9E-F7CF2A081F1A}"/>
              </a:ext>
            </a:extLst>
          </p:cNvPr>
          <p:cNvSpPr>
            <a:spLocks xmlns:a="http://schemas.openxmlformats.org/drawingml/2006/main" noGrp="1"/>
          </p:cNvSpPr>
          <p:nvPr>
            <p:ph type="pic" idx="11"/>
          </p:nvPr>
        </p:nvSpPr>
        <p:spPr>
          <a:xfrm xmlns:a="http://schemas.openxmlformats.org/drawingml/2006/main">
            <a:off x="7440149" y="4389108"/>
            <a:ext cx="4405775" cy="1811668"/>
          </a:xfrm>
        </p:spPr>
        <p:txBody>
          <a:bodyPr xmlns:a="http://schemas.openxmlformats.org/drawingml/2006/main"/>
          <a:lstStyle xmlns:a="http://schemas.openxmlformats.org/drawingml/2006/main"/>
          <a:p xmlns:a="http://schemas.openxmlformats.org/drawingml/2006/main">
            <a:endParaRPr/>
          </a:p>
        </p:txBody>
      </p:sp>
      <p:sp>
        <p:nvSpPr>
          <p:cNvPr id="29" name="Рисунок 11">
            <a:extLst xmlns:a="http://schemas.openxmlformats.org/drawingml/2006/main">
              <a:ext uri="{FF2B5EF4-FFF2-40B4-BE49-F238E27FC236}">
                <a16:creationId xmlns:a16="http://schemas.microsoft.com/office/drawing/2014/main" id="{3E695B26-F7D2-4380-AAA1-0FB24A689AAD}"/>
              </a:ext>
            </a:extLst>
          </p:cNvPr>
          <p:cNvSpPr>
            <a:spLocks xmlns:a="http://schemas.openxmlformats.org/drawingml/2006/main" noGrp="1"/>
          </p:cNvSpPr>
          <p:nvPr>
            <p:ph type="pic" idx="12"/>
          </p:nvPr>
        </p:nvSpPr>
        <p:spPr>
          <a:xfrm xmlns:a="http://schemas.openxmlformats.org/drawingml/2006/main">
            <a:off x="346075" y="3223948"/>
            <a:ext cx="6806142" cy="2976827"/>
          </a:xfrm>
        </p:spPr>
        <p:txBody>
          <a:bodyPr xmlns:a="http://schemas.openxmlformats.org/drawingml/2006/main"/>
          <a:lstStyle xmlns:a="http://schemas.openxmlformats.org/drawingml/2006/main"/>
          <a:p xmlns:a="http://schemas.openxmlformats.org/drawingml/2006/main">
            <a:endParaRPr/>
          </a:p>
        </p:txBody>
      </p:sp>
      <p:sp>
        <p:nvSpPr>
          <p:cNvPr id="30" name="Текст 15">
            <a:extLst xmlns:a="http://schemas.openxmlformats.org/drawingml/2006/main">
              <a:ext uri="{FF2B5EF4-FFF2-40B4-BE49-F238E27FC236}">
                <a16:creationId xmlns:a16="http://schemas.microsoft.com/office/drawing/2014/main" id="{7EA2CF14-9D94-4B6F-AAA7-0B38CBB654CE}"/>
              </a:ext>
            </a:extLst>
          </p:cNvPr>
          <p:cNvSpPr>
            <a:spLocks xmlns:a="http://schemas.openxmlformats.org/drawingml/2006/main" noGrp="1"/>
          </p:cNvSpPr>
          <p:nvPr>
            <p:ph type="body" idx="14"/>
          </p:nvPr>
        </p:nvSpPr>
        <p:spPr>
          <a:xfrm xmlns:a="http://schemas.openxmlformats.org/drawingml/2006/main">
            <a:off x="346075" y="1016001"/>
            <a:ext cx="6806142" cy="2029882"/>
          </a:xfr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Tree>
  </p:cSld>
</p:sldLayout>
</file>

<file path=ppt/slideLayouts/slideLayout13.xml><?xml version="1.0" encoding="utf-8"?>
<p:sldLayout xmlns:p="http://schemas.openxmlformats.org/presentationml/2006/main" preserve="1" userDrawn="1">
  <p:cSld name="Пункты">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82A4DA7B-A7D8-4443-AD1C-4C7CDC678488}"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26" name="Заголовок 1">
            <a:extLst xmlns:a="http://schemas.openxmlformats.org/drawingml/2006/main">
              <a:ext uri="{FF2B5EF4-FFF2-40B4-BE49-F238E27FC236}">
                <a16:creationId xmlns:a16="http://schemas.microsoft.com/office/drawing/2014/main" id="{55CB4C33-0A35-4822-B0EF-4E754699A138}"/>
              </a:ext>
            </a:extLst>
          </p:cNvPr>
          <p:cNvSpPr>
            <a:spLocks xmlns:a="http://schemas.openxmlformats.org/drawingml/2006/main" noGrp="1"/>
          </p:cNvSpPr>
          <p:nvPr>
            <p:ph type="title" idx="0"/>
          </p:nvPr>
        </p:nvSpPr>
        <p:spPr>
          <a:xfrm xmlns:a="http://schemas.openxmlformats.org/drawingml/2006/main">
            <a:off x="361107"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23" name="Текст 101">
            <a:extLst xmlns:a="http://schemas.openxmlformats.org/drawingml/2006/main">
              <a:ext uri="{FF2B5EF4-FFF2-40B4-BE49-F238E27FC236}">
                <a16:creationId xmlns:a16="http://schemas.microsoft.com/office/drawing/2014/main" id="{B61EFF39-7063-4F67-A1C0-B9D05F3602E3}"/>
              </a:ext>
            </a:extLst>
          </p:cNvPr>
          <p:cNvSpPr>
            <a:spLocks xmlns:a="http://schemas.openxmlformats.org/drawingml/2006/main" noGrp="1"/>
          </p:cNvSpPr>
          <p:nvPr>
            <p:ph type="body" idx="14" hasCustomPrompt="1"/>
          </p:nvPr>
        </p:nvSpPr>
        <p:spPr>
          <a:xfrm xmlns:a="http://schemas.openxmlformats.org/drawingml/2006/main">
            <a:off x="1994303" y="2973742"/>
            <a:ext cx="2190810" cy="910516"/>
          </a:xfrm>
        </p:spPr>
        <p:txBody>
          <a:bodyPr xmlns:a="http://schemas.openxmlformats.org/drawingml/2006/main"/>
          <a:lstStyle xmlns:a="http://schemas.openxmlformats.org/drawingml/2006/main">
            <a:lvl1pPr marL="0" indent="0" algn="ctr">
              <a:buNone/>
              <a:defRPr/>
            </a:lvl1pPr>
          </a:lstStyle>
          <a:p xmlns:a="http://schemas.openxmlformats.org/drawingml/2006/main">
            <a:pPr lvl="0">
              <a:buNone/>
            </a:pPr>
            <a:r>
              <a:t>Текст</a:t>
            </a:r>
          </a:p>
        </p:txBody>
      </p:sp>
      <p:sp>
        <p:nvSpPr>
          <p:cNvPr id="75" name="Текст 74">
            <a:extLst xmlns:a="http://schemas.openxmlformats.org/drawingml/2006/main">
              <a:ext uri="{FF2B5EF4-FFF2-40B4-BE49-F238E27FC236}">
                <a16:creationId xmlns:a16="http://schemas.microsoft.com/office/drawing/2014/main" id="{A0F2F041-BB01-463D-9CD2-6A231D592408}"/>
              </a:ext>
            </a:extLst>
          </p:cNvPr>
          <p:cNvSpPr>
            <a:spLocks xmlns:a="http://schemas.openxmlformats.org/drawingml/2006/main" noGrp="1"/>
          </p:cNvSpPr>
          <p:nvPr>
            <p:ph type="body" idx="15"/>
          </p:nvPr>
        </p:nvSpPr>
        <p:spPr>
          <a:xfrm xmlns:a="http://schemas.openxmlformats.org/drawingml/2006/main">
            <a:off x="6662924" y="1588128"/>
            <a:ext cx="4902200" cy="712587"/>
          </a:xfrm>
        </p:spPr>
        <p:txBody>
          <a:bodyPr xmlns:a="http://schemas.openxmlformats.org/drawingml/2006/main"/>
          <a:lstStyle xmlns:a="http://schemas.openxmlformats.org/drawingml/2006/main">
            <a:lvl1pPr marL="0" indent="0">
              <a:buNone/>
              <a:defRPr/>
            </a:lvl1pPr>
          </a:lstStyle>
          <a:p xmlns:a="http://schemas.openxmlformats.org/drawingml/2006/main">
            <a:pPr lvl="0">
              <a:buNone/>
            </a:pPr>
            <a:r>
              <a:t>Образец текста</a:t>
            </a:r>
          </a:p>
        </p:txBody>
      </p:sp>
      <p:sp>
        <p:nvSpPr>
          <p:cNvPr id="76" name="Текст 74">
            <a:extLst xmlns:a="http://schemas.openxmlformats.org/drawingml/2006/main">
              <a:ext uri="{FF2B5EF4-FFF2-40B4-BE49-F238E27FC236}">
                <a16:creationId xmlns:a16="http://schemas.microsoft.com/office/drawing/2014/main" id="{58BDD636-A558-406A-A768-05FF3D12BD86}"/>
              </a:ext>
            </a:extLst>
          </p:cNvPr>
          <p:cNvSpPr>
            <a:spLocks xmlns:a="http://schemas.openxmlformats.org/drawingml/2006/main" noGrp="1"/>
          </p:cNvSpPr>
          <p:nvPr>
            <p:ph type="body" idx="16"/>
          </p:nvPr>
        </p:nvSpPr>
        <p:spPr>
          <a:xfrm xmlns:a="http://schemas.openxmlformats.org/drawingml/2006/main">
            <a:off x="6662924" y="2445138"/>
            <a:ext cx="4902200" cy="712587"/>
          </a:xfrm>
        </p:spPr>
        <p:txBody>
          <a:bodyPr xmlns:a="http://schemas.openxmlformats.org/drawingml/2006/main"/>
          <a:lstStyle xmlns:a="http://schemas.openxmlformats.org/drawingml/2006/main">
            <a:lvl1pPr marL="0" indent="0">
              <a:buNone/>
              <a:defRPr/>
            </a:lvl1pPr>
          </a:lstStyle>
          <a:p xmlns:a="http://schemas.openxmlformats.org/drawingml/2006/main">
            <a:pPr lvl="0">
              <a:buNone/>
            </a:pPr>
            <a:r>
              <a:t>Образец текста</a:t>
            </a:r>
          </a:p>
        </p:txBody>
      </p:sp>
      <p:sp>
        <p:nvSpPr>
          <p:cNvPr id="77" name="Текст 74">
            <a:extLst xmlns:a="http://schemas.openxmlformats.org/drawingml/2006/main">
              <a:ext uri="{FF2B5EF4-FFF2-40B4-BE49-F238E27FC236}">
                <a16:creationId xmlns:a16="http://schemas.microsoft.com/office/drawing/2014/main" id="{53EE4994-79EE-43D0-B40B-E2DE25879B80}"/>
              </a:ext>
            </a:extLst>
          </p:cNvPr>
          <p:cNvSpPr>
            <a:spLocks xmlns:a="http://schemas.openxmlformats.org/drawingml/2006/main" noGrp="1"/>
          </p:cNvSpPr>
          <p:nvPr>
            <p:ph type="body" idx="17"/>
          </p:nvPr>
        </p:nvSpPr>
        <p:spPr>
          <a:xfrm xmlns:a="http://schemas.openxmlformats.org/drawingml/2006/main">
            <a:off x="6662924" y="3302147"/>
            <a:ext cx="4902200" cy="712587"/>
          </a:xfrm>
        </p:spPr>
        <p:txBody>
          <a:bodyPr xmlns:a="http://schemas.openxmlformats.org/drawingml/2006/main"/>
          <a:lstStyle xmlns:a="http://schemas.openxmlformats.org/drawingml/2006/main">
            <a:lvl1pPr marL="0" indent="0">
              <a:buNone/>
              <a:defRPr/>
            </a:lvl1pPr>
          </a:lstStyle>
          <a:p xmlns:a="http://schemas.openxmlformats.org/drawingml/2006/main">
            <a:pPr lvl="0">
              <a:buNone/>
            </a:pPr>
            <a:r>
              <a:t>Образец текста</a:t>
            </a:r>
          </a:p>
        </p:txBody>
      </p:sp>
      <p:sp>
        <p:nvSpPr>
          <p:cNvPr id="78" name="Текст 74">
            <a:extLst xmlns:a="http://schemas.openxmlformats.org/drawingml/2006/main">
              <a:ext uri="{FF2B5EF4-FFF2-40B4-BE49-F238E27FC236}">
                <a16:creationId xmlns:a16="http://schemas.microsoft.com/office/drawing/2014/main" id="{4CD31D83-EE69-46A0-B5B2-B2969969DCFB}"/>
              </a:ext>
            </a:extLst>
          </p:cNvPr>
          <p:cNvSpPr>
            <a:spLocks xmlns:a="http://schemas.openxmlformats.org/drawingml/2006/main" noGrp="1"/>
          </p:cNvSpPr>
          <p:nvPr>
            <p:ph type="body" idx="18"/>
          </p:nvPr>
        </p:nvSpPr>
        <p:spPr>
          <a:xfrm xmlns:a="http://schemas.openxmlformats.org/drawingml/2006/main">
            <a:off x="6662924" y="4159156"/>
            <a:ext cx="4902200" cy="712587"/>
          </a:xfrm>
        </p:spPr>
        <p:txBody>
          <a:bodyPr xmlns:a="http://schemas.openxmlformats.org/drawingml/2006/main"/>
          <a:lstStyle xmlns:a="http://schemas.openxmlformats.org/drawingml/2006/main">
            <a:lvl1pPr marL="0" indent="0">
              <a:buNone/>
              <a:defRPr/>
            </a:lvl1pPr>
          </a:lstStyle>
          <a:p xmlns:a="http://schemas.openxmlformats.org/drawingml/2006/main">
            <a:pPr lvl="0">
              <a:buNone/>
            </a:pPr>
            <a:r>
              <a:t>Образец текста</a:t>
            </a:r>
          </a:p>
        </p:txBody>
      </p:sp>
      <p:sp>
        <p:nvSpPr>
          <p:cNvPr id="79" name="Текст 74">
            <a:extLst xmlns:a="http://schemas.openxmlformats.org/drawingml/2006/main">
              <a:ext uri="{FF2B5EF4-FFF2-40B4-BE49-F238E27FC236}">
                <a16:creationId xmlns:a16="http://schemas.microsoft.com/office/drawing/2014/main" id="{BFB2A4EF-E632-42AC-82F0-453D4A95A9E4}"/>
              </a:ext>
            </a:extLst>
          </p:cNvPr>
          <p:cNvSpPr>
            <a:spLocks xmlns:a="http://schemas.openxmlformats.org/drawingml/2006/main" noGrp="1"/>
          </p:cNvSpPr>
          <p:nvPr>
            <p:ph type="body" idx="19"/>
          </p:nvPr>
        </p:nvSpPr>
        <p:spPr>
          <a:xfrm xmlns:a="http://schemas.openxmlformats.org/drawingml/2006/main">
            <a:off x="6662924" y="5016166"/>
            <a:ext cx="4902200" cy="712587"/>
          </a:xfrm>
        </p:spPr>
        <p:txBody>
          <a:bodyPr xmlns:a="http://schemas.openxmlformats.org/drawingml/2006/main"/>
          <a:lstStyle xmlns:a="http://schemas.openxmlformats.org/drawingml/2006/main">
            <a:lvl1pPr marL="0" indent="0">
              <a:buNone/>
              <a:defRPr/>
            </a:lvl1pPr>
          </a:lstStyle>
          <a:p xmlns:a="http://schemas.openxmlformats.org/drawingml/2006/main">
            <a:pPr lvl="0">
              <a:buNone/>
            </a:pPr>
            <a:r>
              <a:t>Образец текста</a:t>
            </a:r>
          </a:p>
        </p:txBody>
      </p:sp>
    </p:spTree>
  </p:cSld>
</p:sldLayout>
</file>

<file path=ppt/slideLayouts/slideLayout14.xml><?xml version="1.0" encoding="utf-8"?>
<p:sldLayout xmlns:p="http://schemas.openxmlformats.org/presentationml/2006/main" preserve="1" userDrawn="1">
  <p:cSld name="Статистика">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44E505DF-C567-47F2-9374-60838F800101}"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26" name="Заголовок 1">
            <a:extLst xmlns:a="http://schemas.openxmlformats.org/drawingml/2006/main">
              <a:ext uri="{FF2B5EF4-FFF2-40B4-BE49-F238E27FC236}">
                <a16:creationId xmlns:a16="http://schemas.microsoft.com/office/drawing/2014/main" id="{55CB4C33-0A35-4822-B0EF-4E754699A138}"/>
              </a:ext>
            </a:extLst>
          </p:cNvPr>
          <p:cNvSpPr>
            <a:spLocks xmlns:a="http://schemas.openxmlformats.org/drawingml/2006/main" noGrp="1"/>
          </p:cNvSpPr>
          <p:nvPr>
            <p:ph type="title" idx="0"/>
          </p:nvPr>
        </p:nvSpPr>
        <p:spPr>
          <a:xfrm xmlns:a="http://schemas.openxmlformats.org/drawingml/2006/main">
            <a:off x="361107"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11" name="Текст 35">
            <a:extLst xmlns:a="http://schemas.openxmlformats.org/drawingml/2006/main">
              <a:ext uri="{FF2B5EF4-FFF2-40B4-BE49-F238E27FC236}">
                <a16:creationId xmlns:a16="http://schemas.microsoft.com/office/drawing/2014/main" id="{B1350734-1D64-4861-9813-14C6593B8523}"/>
              </a:ext>
            </a:extLst>
          </p:cNvPr>
          <p:cNvSpPr>
            <a:spLocks xmlns:a="http://schemas.openxmlformats.org/drawingml/2006/main" noGrp="1"/>
          </p:cNvSpPr>
          <p:nvPr>
            <p:ph type="body" idx="21"/>
          </p:nvPr>
        </p:nvSpPr>
        <p:spPr>
          <a:xfrm xmlns:a="http://schemas.openxmlformats.org/drawingml/2006/main">
            <a:off x="6683077" y="1026867"/>
            <a:ext cx="4790314" cy="1615356"/>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2"/>
                </a:solidFill>
              </a:defRPr>
            </a:lvl1pPr>
          </a:lstStyle>
          <a:p xmlns:a="http://schemas.openxmlformats.org/drawingml/2006/main">
            <a:pPr lvl="0">
              <a:buNone/>
            </a:pPr>
            <a:r>
              <a:t>Образец текста</a:t>
            </a:r>
          </a:p>
        </p:txBody>
      </p:sp>
      <p:sp>
        <p:nvSpPr>
          <p:cNvPr id="12" name="Текст 35">
            <a:extLst xmlns:a="http://schemas.openxmlformats.org/drawingml/2006/main">
              <a:ext uri="{FF2B5EF4-FFF2-40B4-BE49-F238E27FC236}">
                <a16:creationId xmlns:a16="http://schemas.microsoft.com/office/drawing/2014/main" id="{010826A5-76AC-452C-9459-7CC1CCF22ED5}"/>
              </a:ext>
            </a:extLst>
          </p:cNvPr>
          <p:cNvSpPr>
            <a:spLocks xmlns:a="http://schemas.openxmlformats.org/drawingml/2006/main" noGrp="1"/>
          </p:cNvSpPr>
          <p:nvPr>
            <p:ph type="body" idx="18"/>
          </p:nvPr>
        </p:nvSpPr>
        <p:spPr>
          <a:xfrm xmlns:a="http://schemas.openxmlformats.org/drawingml/2006/main">
            <a:off x="6683077" y="1626932"/>
            <a:ext cx="4790314" cy="1015291"/>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4" name="Текст 35">
            <a:extLst xmlns:a="http://schemas.openxmlformats.org/drawingml/2006/main">
              <a:ext uri="{FF2B5EF4-FFF2-40B4-BE49-F238E27FC236}">
                <a16:creationId xmlns:a16="http://schemas.microsoft.com/office/drawing/2014/main" id="{C694E912-AC3F-437A-90AD-A48291DCE9BD}"/>
              </a:ext>
            </a:extLst>
          </p:cNvPr>
          <p:cNvSpPr>
            <a:spLocks xmlns:a="http://schemas.openxmlformats.org/drawingml/2006/main" noGrp="1"/>
          </p:cNvSpPr>
          <p:nvPr>
            <p:ph type="body" idx="22"/>
          </p:nvPr>
        </p:nvSpPr>
        <p:spPr>
          <a:xfrm xmlns:a="http://schemas.openxmlformats.org/drawingml/2006/main">
            <a:off x="6683077" y="2807582"/>
            <a:ext cx="4790314" cy="1615356"/>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2"/>
                </a:solidFill>
              </a:defRPr>
            </a:lvl1pPr>
          </a:lstStyle>
          <a:p xmlns:a="http://schemas.openxmlformats.org/drawingml/2006/main">
            <a:pPr lvl="0">
              <a:buNone/>
            </a:pPr>
            <a:r>
              <a:t>Образец текста</a:t>
            </a:r>
          </a:p>
        </p:txBody>
      </p:sp>
      <p:sp>
        <p:nvSpPr>
          <p:cNvPr id="15" name="Текст 35">
            <a:extLst xmlns:a="http://schemas.openxmlformats.org/drawingml/2006/main">
              <a:ext uri="{FF2B5EF4-FFF2-40B4-BE49-F238E27FC236}">
                <a16:creationId xmlns:a16="http://schemas.microsoft.com/office/drawing/2014/main" id="{DE78EAF0-6854-4E73-A48A-917C1A86C3F4}"/>
              </a:ext>
            </a:extLst>
          </p:cNvPr>
          <p:cNvSpPr>
            <a:spLocks xmlns:a="http://schemas.openxmlformats.org/drawingml/2006/main" noGrp="1"/>
          </p:cNvSpPr>
          <p:nvPr>
            <p:ph type="body" idx="23"/>
          </p:nvPr>
        </p:nvSpPr>
        <p:spPr>
          <a:xfrm xmlns:a="http://schemas.openxmlformats.org/drawingml/2006/main">
            <a:off x="6683077" y="3407647"/>
            <a:ext cx="4790314" cy="1015291"/>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6" name="Текст 35">
            <a:extLst xmlns:a="http://schemas.openxmlformats.org/drawingml/2006/main">
              <a:ext uri="{FF2B5EF4-FFF2-40B4-BE49-F238E27FC236}">
                <a16:creationId xmlns:a16="http://schemas.microsoft.com/office/drawing/2014/main" id="{72D68DD9-6181-4C35-909B-154E5E309C97}"/>
              </a:ext>
            </a:extLst>
          </p:cNvPr>
          <p:cNvSpPr>
            <a:spLocks xmlns:a="http://schemas.openxmlformats.org/drawingml/2006/main" noGrp="1"/>
          </p:cNvSpPr>
          <p:nvPr>
            <p:ph type="body" idx="24"/>
          </p:nvPr>
        </p:nvSpPr>
        <p:spPr>
          <a:xfrm xmlns:a="http://schemas.openxmlformats.org/drawingml/2006/main">
            <a:off x="6683077" y="4584029"/>
            <a:ext cx="4790314" cy="1615356"/>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2"/>
                </a:solidFill>
              </a:defRPr>
            </a:lvl1pPr>
          </a:lstStyle>
          <a:p xmlns:a="http://schemas.openxmlformats.org/drawingml/2006/main">
            <a:pPr lvl="0">
              <a:buNone/>
            </a:pPr>
            <a:r>
              <a:t>Образец текста</a:t>
            </a:r>
          </a:p>
        </p:txBody>
      </p:sp>
      <p:sp>
        <p:nvSpPr>
          <p:cNvPr id="17" name="Текст 35">
            <a:extLst xmlns:a="http://schemas.openxmlformats.org/drawingml/2006/main">
              <a:ext uri="{FF2B5EF4-FFF2-40B4-BE49-F238E27FC236}">
                <a16:creationId xmlns:a16="http://schemas.microsoft.com/office/drawing/2014/main" id="{7D5E34DD-827F-4597-BFDE-34D8830FB250}"/>
              </a:ext>
            </a:extLst>
          </p:cNvPr>
          <p:cNvSpPr>
            <a:spLocks xmlns:a="http://schemas.openxmlformats.org/drawingml/2006/main" noGrp="1"/>
          </p:cNvSpPr>
          <p:nvPr>
            <p:ph type="body" idx="25"/>
          </p:nvPr>
        </p:nvSpPr>
        <p:spPr>
          <a:xfrm xmlns:a="http://schemas.openxmlformats.org/drawingml/2006/main">
            <a:off x="6683077" y="5184094"/>
            <a:ext cx="4790314" cy="1015291"/>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Tree>
  </p:cSld>
</p:sldLayout>
</file>

<file path=ppt/slideLayouts/slideLayout15.xml><?xml version="1.0" encoding="utf-8"?>
<p:sldLayout xmlns:p="http://schemas.openxmlformats.org/presentationml/2006/main" preserve="1" userDrawn="1">
  <p:cSld name="1_Статистика">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2938A0C3-5C2F-47B8-B008-79A49A1195BA}"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26" name="Заголовок 1">
            <a:extLst xmlns:a="http://schemas.openxmlformats.org/drawingml/2006/main">
              <a:ext uri="{FF2B5EF4-FFF2-40B4-BE49-F238E27FC236}">
                <a16:creationId xmlns:a16="http://schemas.microsoft.com/office/drawing/2014/main" id="{55CB4C33-0A35-4822-B0EF-4E754699A138}"/>
              </a:ext>
            </a:extLst>
          </p:cNvPr>
          <p:cNvSpPr>
            <a:spLocks xmlns:a="http://schemas.openxmlformats.org/drawingml/2006/main" noGrp="1"/>
          </p:cNvSpPr>
          <p:nvPr>
            <p:ph type="title" idx="0"/>
          </p:nvPr>
        </p:nvSpPr>
        <p:spPr>
          <a:xfrm xmlns:a="http://schemas.openxmlformats.org/drawingml/2006/main">
            <a:off x="349532"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11" name="Текст 35">
            <a:extLst xmlns:a="http://schemas.openxmlformats.org/drawingml/2006/main">
              <a:ext uri="{FF2B5EF4-FFF2-40B4-BE49-F238E27FC236}">
                <a16:creationId xmlns:a16="http://schemas.microsoft.com/office/drawing/2014/main" id="{B1350734-1D64-4861-9813-14C6593B8523}"/>
              </a:ext>
            </a:extLst>
          </p:cNvPr>
          <p:cNvSpPr>
            <a:spLocks xmlns:a="http://schemas.openxmlformats.org/drawingml/2006/main" noGrp="1"/>
          </p:cNvSpPr>
          <p:nvPr>
            <p:ph type="body" idx="21"/>
          </p:nvPr>
        </p:nvSpPr>
        <p:spPr>
          <a:xfrm xmlns:a="http://schemas.openxmlformats.org/drawingml/2006/main">
            <a:off x="6683077" y="1016000"/>
            <a:ext cx="4790314"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1"/>
                </a:solidFill>
              </a:defRPr>
            </a:lvl1pPr>
          </a:lstStyle>
          <a:p xmlns:a="http://schemas.openxmlformats.org/drawingml/2006/main">
            <a:pPr lvl="0">
              <a:buNone/>
            </a:pPr>
            <a:r>
              <a:t>Образец текста</a:t>
            </a:r>
          </a:p>
        </p:txBody>
      </p:sp>
      <p:sp>
        <p:nvSpPr>
          <p:cNvPr id="12" name="Текст 35">
            <a:extLst xmlns:a="http://schemas.openxmlformats.org/drawingml/2006/main">
              <a:ext uri="{FF2B5EF4-FFF2-40B4-BE49-F238E27FC236}">
                <a16:creationId xmlns:a16="http://schemas.microsoft.com/office/drawing/2014/main" id="{010826A5-76AC-452C-9459-7CC1CCF22ED5}"/>
              </a:ext>
            </a:extLst>
          </p:cNvPr>
          <p:cNvSpPr>
            <a:spLocks xmlns:a="http://schemas.openxmlformats.org/drawingml/2006/main" noGrp="1"/>
          </p:cNvSpPr>
          <p:nvPr>
            <p:ph type="body" idx="18"/>
          </p:nvPr>
        </p:nvSpPr>
        <p:spPr>
          <a:xfrm xmlns:a="http://schemas.openxmlformats.org/drawingml/2006/main">
            <a:off x="6683077" y="1395537"/>
            <a:ext cx="4790314" cy="64216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4" name="Текст 35">
            <a:extLst xmlns:a="http://schemas.openxmlformats.org/drawingml/2006/main">
              <a:ext uri="{FF2B5EF4-FFF2-40B4-BE49-F238E27FC236}">
                <a16:creationId xmlns:a16="http://schemas.microsoft.com/office/drawing/2014/main" id="{C694E912-AC3F-437A-90AD-A48291DCE9BD}"/>
              </a:ext>
            </a:extLst>
          </p:cNvPr>
          <p:cNvSpPr>
            <a:spLocks xmlns:a="http://schemas.openxmlformats.org/drawingml/2006/main" noGrp="1"/>
          </p:cNvSpPr>
          <p:nvPr>
            <p:ph type="body" idx="22"/>
          </p:nvPr>
        </p:nvSpPr>
        <p:spPr>
          <a:xfrm xmlns:a="http://schemas.openxmlformats.org/drawingml/2006/main">
            <a:off x="6683077" y="2284561"/>
            <a:ext cx="4790314"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5">
                    <a:lumMod val="60000"/>
                    <a:lumOff val="40000"/>
                  </a:schemeClr>
                </a:solidFill>
              </a:defRPr>
            </a:lvl1pPr>
          </a:lstStyle>
          <a:p xmlns:a="http://schemas.openxmlformats.org/drawingml/2006/main">
            <a:pPr lvl="0">
              <a:buNone/>
            </a:pPr>
            <a:r>
              <a:t>Образец текста</a:t>
            </a:r>
          </a:p>
        </p:txBody>
      </p:sp>
      <p:sp>
        <p:nvSpPr>
          <p:cNvPr id="15" name="Текст 35">
            <a:extLst xmlns:a="http://schemas.openxmlformats.org/drawingml/2006/main">
              <a:ext uri="{FF2B5EF4-FFF2-40B4-BE49-F238E27FC236}">
                <a16:creationId xmlns:a16="http://schemas.microsoft.com/office/drawing/2014/main" id="{DE78EAF0-6854-4E73-A48A-917C1A86C3F4}"/>
              </a:ext>
            </a:extLst>
          </p:cNvPr>
          <p:cNvSpPr>
            <a:spLocks xmlns:a="http://schemas.openxmlformats.org/drawingml/2006/main" noGrp="1"/>
          </p:cNvSpPr>
          <p:nvPr>
            <p:ph type="body" idx="23"/>
          </p:nvPr>
        </p:nvSpPr>
        <p:spPr>
          <a:xfrm xmlns:a="http://schemas.openxmlformats.org/drawingml/2006/main">
            <a:off x="6683077" y="2664098"/>
            <a:ext cx="4790314" cy="64216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6" name="Текст 35">
            <a:extLst xmlns:a="http://schemas.openxmlformats.org/drawingml/2006/main">
              <a:ext uri="{FF2B5EF4-FFF2-40B4-BE49-F238E27FC236}">
                <a16:creationId xmlns:a16="http://schemas.microsoft.com/office/drawing/2014/main" id="{72D68DD9-6181-4C35-909B-154E5E309C97}"/>
              </a:ext>
            </a:extLst>
          </p:cNvPr>
          <p:cNvSpPr>
            <a:spLocks xmlns:a="http://schemas.openxmlformats.org/drawingml/2006/main" noGrp="1"/>
          </p:cNvSpPr>
          <p:nvPr>
            <p:ph type="body" idx="24"/>
          </p:nvPr>
        </p:nvSpPr>
        <p:spPr>
          <a:xfrm xmlns:a="http://schemas.openxmlformats.org/drawingml/2006/main">
            <a:off x="6683077" y="3553122"/>
            <a:ext cx="4790314"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4"/>
                </a:solidFill>
              </a:defRPr>
            </a:lvl1pPr>
          </a:lstStyle>
          <a:p xmlns:a="http://schemas.openxmlformats.org/drawingml/2006/main">
            <a:pPr lvl="0">
              <a:buNone/>
            </a:pPr>
            <a:r>
              <a:t>Образец текста</a:t>
            </a:r>
          </a:p>
        </p:txBody>
      </p:sp>
      <p:sp>
        <p:nvSpPr>
          <p:cNvPr id="17" name="Текст 35">
            <a:extLst xmlns:a="http://schemas.openxmlformats.org/drawingml/2006/main">
              <a:ext uri="{FF2B5EF4-FFF2-40B4-BE49-F238E27FC236}">
                <a16:creationId xmlns:a16="http://schemas.microsoft.com/office/drawing/2014/main" id="{7D5E34DD-827F-4597-BFDE-34D8830FB250}"/>
              </a:ext>
            </a:extLst>
          </p:cNvPr>
          <p:cNvSpPr>
            <a:spLocks xmlns:a="http://schemas.openxmlformats.org/drawingml/2006/main" noGrp="1"/>
          </p:cNvSpPr>
          <p:nvPr>
            <p:ph type="body" idx="25"/>
          </p:nvPr>
        </p:nvSpPr>
        <p:spPr>
          <a:xfrm xmlns:a="http://schemas.openxmlformats.org/drawingml/2006/main">
            <a:off x="6683077" y="3932659"/>
            <a:ext cx="4790314" cy="64216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8" name="Текст 35">
            <a:extLst xmlns:a="http://schemas.openxmlformats.org/drawingml/2006/main">
              <a:ext uri="{FF2B5EF4-FFF2-40B4-BE49-F238E27FC236}">
                <a16:creationId xmlns:a16="http://schemas.microsoft.com/office/drawing/2014/main" id="{6305AE9F-2B19-4EA1-A48B-435746C35E60}"/>
              </a:ext>
            </a:extLst>
          </p:cNvPr>
          <p:cNvSpPr>
            <a:spLocks xmlns:a="http://schemas.openxmlformats.org/drawingml/2006/main" noGrp="1"/>
          </p:cNvSpPr>
          <p:nvPr>
            <p:ph type="body" idx="26"/>
          </p:nvPr>
        </p:nvSpPr>
        <p:spPr>
          <a:xfrm xmlns:a="http://schemas.openxmlformats.org/drawingml/2006/main">
            <a:off x="6683077" y="4821684"/>
            <a:ext cx="4790314"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2"/>
                </a:solidFill>
              </a:defRPr>
            </a:lvl1pPr>
          </a:lstStyle>
          <a:p xmlns:a="http://schemas.openxmlformats.org/drawingml/2006/main">
            <a:pPr lvl="0">
              <a:buNone/>
            </a:pPr>
            <a:r>
              <a:t>Образец текста</a:t>
            </a:r>
          </a:p>
        </p:txBody>
      </p:sp>
      <p:sp>
        <p:nvSpPr>
          <p:cNvPr id="19" name="Текст 35">
            <a:extLst xmlns:a="http://schemas.openxmlformats.org/drawingml/2006/main">
              <a:ext uri="{FF2B5EF4-FFF2-40B4-BE49-F238E27FC236}">
                <a16:creationId xmlns:a16="http://schemas.microsoft.com/office/drawing/2014/main" id="{CF9D9CFB-62B9-4CE0-8770-0CB398D99F7E}"/>
              </a:ext>
            </a:extLst>
          </p:cNvPr>
          <p:cNvSpPr>
            <a:spLocks xmlns:a="http://schemas.openxmlformats.org/drawingml/2006/main" noGrp="1"/>
          </p:cNvSpPr>
          <p:nvPr>
            <p:ph type="body" idx="27"/>
          </p:nvPr>
        </p:nvSpPr>
        <p:spPr>
          <a:xfrm xmlns:a="http://schemas.openxmlformats.org/drawingml/2006/main">
            <a:off x="6683077" y="5201221"/>
            <a:ext cx="4790314" cy="64216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Tree>
  </p:cSld>
</p:sldLayout>
</file>

<file path=ppt/slideLayouts/slideLayout16.xml><?xml version="1.0" encoding="utf-8"?>
<p:sldLayout xmlns:p="http://schemas.openxmlformats.org/presentationml/2006/main" preserve="1" userDrawn="1">
  <p:cSld name="2_Статистика">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BF4F29EB-DFD0-428E-8E89-ED117A3553E3}"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26" name="Заголовок 1">
            <a:extLst xmlns:a="http://schemas.openxmlformats.org/drawingml/2006/main">
              <a:ext uri="{FF2B5EF4-FFF2-40B4-BE49-F238E27FC236}">
                <a16:creationId xmlns:a16="http://schemas.microsoft.com/office/drawing/2014/main" id="{55CB4C33-0A35-4822-B0EF-4E754699A138}"/>
              </a:ext>
            </a:extLst>
          </p:cNvPr>
          <p:cNvSpPr>
            <a:spLocks xmlns:a="http://schemas.openxmlformats.org/drawingml/2006/main" noGrp="1"/>
          </p:cNvSpPr>
          <p:nvPr>
            <p:ph type="title" idx="0"/>
          </p:nvPr>
        </p:nvSpPr>
        <p:spPr>
          <a:xfrm xmlns:a="http://schemas.openxmlformats.org/drawingml/2006/main">
            <a:off x="367721"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11" name="Текст 35">
            <a:extLst xmlns:a="http://schemas.openxmlformats.org/drawingml/2006/main">
              <a:ext uri="{FF2B5EF4-FFF2-40B4-BE49-F238E27FC236}">
                <a16:creationId xmlns:a16="http://schemas.microsoft.com/office/drawing/2014/main" id="{B1350734-1D64-4861-9813-14C6593B8523}"/>
              </a:ext>
            </a:extLst>
          </p:cNvPr>
          <p:cNvSpPr>
            <a:spLocks xmlns:a="http://schemas.openxmlformats.org/drawingml/2006/main" noGrp="1"/>
          </p:cNvSpPr>
          <p:nvPr>
            <p:ph type="body" idx="21"/>
          </p:nvPr>
        </p:nvSpPr>
        <p:spPr>
          <a:xfrm xmlns:a="http://schemas.openxmlformats.org/drawingml/2006/main">
            <a:off x="6683077" y="1016000"/>
            <a:ext cx="4790314"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1"/>
                </a:solidFill>
              </a:defRPr>
            </a:lvl1pPr>
          </a:lstStyle>
          <a:p xmlns:a="http://schemas.openxmlformats.org/drawingml/2006/main">
            <a:pPr lvl="0">
              <a:buNone/>
            </a:pPr>
            <a:r>
              <a:t>Образец текста</a:t>
            </a:r>
          </a:p>
        </p:txBody>
      </p:sp>
      <p:sp>
        <p:nvSpPr>
          <p:cNvPr id="12" name="Текст 35">
            <a:extLst xmlns:a="http://schemas.openxmlformats.org/drawingml/2006/main">
              <a:ext uri="{FF2B5EF4-FFF2-40B4-BE49-F238E27FC236}">
                <a16:creationId xmlns:a16="http://schemas.microsoft.com/office/drawing/2014/main" id="{010826A5-76AC-452C-9459-7CC1CCF22ED5}"/>
              </a:ext>
            </a:extLst>
          </p:cNvPr>
          <p:cNvSpPr>
            <a:spLocks xmlns:a="http://schemas.openxmlformats.org/drawingml/2006/main" noGrp="1"/>
          </p:cNvSpPr>
          <p:nvPr>
            <p:ph type="body" idx="18"/>
          </p:nvPr>
        </p:nvSpPr>
        <p:spPr>
          <a:xfrm xmlns:a="http://schemas.openxmlformats.org/drawingml/2006/main">
            <a:off x="6683077" y="1395537"/>
            <a:ext cx="4790314" cy="64216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4" name="Текст 35">
            <a:extLst xmlns:a="http://schemas.openxmlformats.org/drawingml/2006/main">
              <a:ext uri="{FF2B5EF4-FFF2-40B4-BE49-F238E27FC236}">
                <a16:creationId xmlns:a16="http://schemas.microsoft.com/office/drawing/2014/main" id="{C694E912-AC3F-437A-90AD-A48291DCE9BD}"/>
              </a:ext>
            </a:extLst>
          </p:cNvPr>
          <p:cNvSpPr>
            <a:spLocks xmlns:a="http://schemas.openxmlformats.org/drawingml/2006/main" noGrp="1"/>
          </p:cNvSpPr>
          <p:nvPr>
            <p:ph type="body" idx="22"/>
          </p:nvPr>
        </p:nvSpPr>
        <p:spPr>
          <a:xfrm xmlns:a="http://schemas.openxmlformats.org/drawingml/2006/main">
            <a:off x="6683077" y="2284561"/>
            <a:ext cx="4790314"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5">
                    <a:lumMod val="60000"/>
                    <a:lumOff val="40000"/>
                  </a:schemeClr>
                </a:solidFill>
              </a:defRPr>
            </a:lvl1pPr>
          </a:lstStyle>
          <a:p xmlns:a="http://schemas.openxmlformats.org/drawingml/2006/main">
            <a:pPr lvl="0">
              <a:buNone/>
            </a:pPr>
            <a:r>
              <a:t>Образец текста</a:t>
            </a:r>
          </a:p>
        </p:txBody>
      </p:sp>
      <p:sp>
        <p:nvSpPr>
          <p:cNvPr id="15" name="Текст 35">
            <a:extLst xmlns:a="http://schemas.openxmlformats.org/drawingml/2006/main">
              <a:ext uri="{FF2B5EF4-FFF2-40B4-BE49-F238E27FC236}">
                <a16:creationId xmlns:a16="http://schemas.microsoft.com/office/drawing/2014/main" id="{DE78EAF0-6854-4E73-A48A-917C1A86C3F4}"/>
              </a:ext>
            </a:extLst>
          </p:cNvPr>
          <p:cNvSpPr>
            <a:spLocks xmlns:a="http://schemas.openxmlformats.org/drawingml/2006/main" noGrp="1"/>
          </p:cNvSpPr>
          <p:nvPr>
            <p:ph type="body" idx="23"/>
          </p:nvPr>
        </p:nvSpPr>
        <p:spPr>
          <a:xfrm xmlns:a="http://schemas.openxmlformats.org/drawingml/2006/main">
            <a:off x="6683077" y="2664098"/>
            <a:ext cx="4790314" cy="64216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6" name="Текст 35">
            <a:extLst xmlns:a="http://schemas.openxmlformats.org/drawingml/2006/main">
              <a:ext uri="{FF2B5EF4-FFF2-40B4-BE49-F238E27FC236}">
                <a16:creationId xmlns:a16="http://schemas.microsoft.com/office/drawing/2014/main" id="{72D68DD9-6181-4C35-909B-154E5E309C97}"/>
              </a:ext>
            </a:extLst>
          </p:cNvPr>
          <p:cNvSpPr>
            <a:spLocks xmlns:a="http://schemas.openxmlformats.org/drawingml/2006/main" noGrp="1"/>
          </p:cNvSpPr>
          <p:nvPr>
            <p:ph type="body" idx="24"/>
          </p:nvPr>
        </p:nvSpPr>
        <p:spPr>
          <a:xfrm xmlns:a="http://schemas.openxmlformats.org/drawingml/2006/main">
            <a:off x="6683077" y="3553122"/>
            <a:ext cx="4790314"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4"/>
                </a:solidFill>
              </a:defRPr>
            </a:lvl1pPr>
          </a:lstStyle>
          <a:p xmlns:a="http://schemas.openxmlformats.org/drawingml/2006/main">
            <a:pPr lvl="0">
              <a:buNone/>
            </a:pPr>
            <a:r>
              <a:t>Образец текста</a:t>
            </a:r>
          </a:p>
        </p:txBody>
      </p:sp>
      <p:sp>
        <p:nvSpPr>
          <p:cNvPr id="17" name="Текст 35">
            <a:extLst xmlns:a="http://schemas.openxmlformats.org/drawingml/2006/main">
              <a:ext uri="{FF2B5EF4-FFF2-40B4-BE49-F238E27FC236}">
                <a16:creationId xmlns:a16="http://schemas.microsoft.com/office/drawing/2014/main" id="{7D5E34DD-827F-4597-BFDE-34D8830FB250}"/>
              </a:ext>
            </a:extLst>
          </p:cNvPr>
          <p:cNvSpPr>
            <a:spLocks xmlns:a="http://schemas.openxmlformats.org/drawingml/2006/main" noGrp="1"/>
          </p:cNvSpPr>
          <p:nvPr>
            <p:ph type="body" idx="25"/>
          </p:nvPr>
        </p:nvSpPr>
        <p:spPr>
          <a:xfrm xmlns:a="http://schemas.openxmlformats.org/drawingml/2006/main">
            <a:off x="6683077" y="3932659"/>
            <a:ext cx="4790314" cy="64216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8" name="Текст 35">
            <a:extLst xmlns:a="http://schemas.openxmlformats.org/drawingml/2006/main">
              <a:ext uri="{FF2B5EF4-FFF2-40B4-BE49-F238E27FC236}">
                <a16:creationId xmlns:a16="http://schemas.microsoft.com/office/drawing/2014/main" id="{6305AE9F-2B19-4EA1-A48B-435746C35E60}"/>
              </a:ext>
            </a:extLst>
          </p:cNvPr>
          <p:cNvSpPr>
            <a:spLocks xmlns:a="http://schemas.openxmlformats.org/drawingml/2006/main" noGrp="1"/>
          </p:cNvSpPr>
          <p:nvPr>
            <p:ph type="body" idx="26"/>
          </p:nvPr>
        </p:nvSpPr>
        <p:spPr>
          <a:xfrm xmlns:a="http://schemas.openxmlformats.org/drawingml/2006/main">
            <a:off x="6683077" y="4821684"/>
            <a:ext cx="4790314"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2"/>
                </a:solidFill>
              </a:defRPr>
            </a:lvl1pPr>
          </a:lstStyle>
          <a:p xmlns:a="http://schemas.openxmlformats.org/drawingml/2006/main">
            <a:pPr lvl="0">
              <a:buNone/>
            </a:pPr>
            <a:r>
              <a:t>Образец текста</a:t>
            </a:r>
          </a:p>
        </p:txBody>
      </p:sp>
      <p:sp>
        <p:nvSpPr>
          <p:cNvPr id="19" name="Текст 35">
            <a:extLst xmlns:a="http://schemas.openxmlformats.org/drawingml/2006/main">
              <a:ext uri="{FF2B5EF4-FFF2-40B4-BE49-F238E27FC236}">
                <a16:creationId xmlns:a16="http://schemas.microsoft.com/office/drawing/2014/main" id="{CF9D9CFB-62B9-4CE0-8770-0CB398D99F7E}"/>
              </a:ext>
            </a:extLst>
          </p:cNvPr>
          <p:cNvSpPr>
            <a:spLocks xmlns:a="http://schemas.openxmlformats.org/drawingml/2006/main" noGrp="1"/>
          </p:cNvSpPr>
          <p:nvPr>
            <p:ph type="body" idx="27"/>
          </p:nvPr>
        </p:nvSpPr>
        <p:spPr>
          <a:xfrm xmlns:a="http://schemas.openxmlformats.org/drawingml/2006/main">
            <a:off x="6683077" y="5201221"/>
            <a:ext cx="4790314" cy="64216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Tree>
  </p:cSld>
</p:sldLayout>
</file>

<file path=ppt/slideLayouts/slideLayout17.xml><?xml version="1.0" encoding="utf-8"?>
<p:sldLayout xmlns:p="http://schemas.openxmlformats.org/presentationml/2006/main" preserve="1" userDrawn="1">
  <p:cSld name="Стадии">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D52F0272-0FEA-44CE-966E-3D169B2F53D4}"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8" name="Текст 35">
            <a:extLst xmlns:a="http://schemas.openxmlformats.org/drawingml/2006/main">
              <a:ext uri="{FF2B5EF4-FFF2-40B4-BE49-F238E27FC236}">
                <a16:creationId xmlns:a16="http://schemas.microsoft.com/office/drawing/2014/main" id="{BE583EE3-33C6-4FCC-9F56-28AB0B4FCAD9}"/>
              </a:ext>
            </a:extLst>
          </p:cNvPr>
          <p:cNvSpPr>
            <a:spLocks xmlns:a="http://schemas.openxmlformats.org/drawingml/2006/main" noGrp="1"/>
          </p:cNvSpPr>
          <p:nvPr>
            <p:ph type="body" idx="26"/>
          </p:nvPr>
        </p:nvSpPr>
        <p:spPr>
          <a:xfrm xmlns:a="http://schemas.openxmlformats.org/drawingml/2006/main">
            <a:off x="346075" y="1024937"/>
            <a:ext cx="2526079" cy="1476687"/>
          </a:xfrm>
          <a:prstGeom xmlns:a="http://schemas.openxmlformats.org/drawingml/2006/main" prst="roundRect">
            <a:avLst>
              <a:gd name="adj" fmla="val 15887"/>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600" b="1">
                <a:solidFill>
                  <a:schemeClr val="accent2"/>
                </a:solidFill>
              </a:defRPr>
            </a:lvl1pPr>
          </a:lstStyle>
          <a:p xmlns:a="http://schemas.openxmlformats.org/drawingml/2006/main">
            <a:pPr lvl="0">
              <a:buNone/>
            </a:pPr>
            <a:r>
              <a:t>Образец текста</a:t>
            </a:r>
          </a:p>
        </p:txBody>
      </p:sp>
      <p:sp>
        <p:nvSpPr>
          <p:cNvPr id="9" name="Текст 35">
            <a:extLst xmlns:a="http://schemas.openxmlformats.org/drawingml/2006/main">
              <a:ext uri="{FF2B5EF4-FFF2-40B4-BE49-F238E27FC236}">
                <a16:creationId xmlns:a16="http://schemas.microsoft.com/office/drawing/2014/main" id="{AFEBE25F-FFFE-4B9D-94E7-7A69C7B0D747}"/>
              </a:ext>
            </a:extLst>
          </p:cNvPr>
          <p:cNvSpPr>
            <a:spLocks xmlns:a="http://schemas.openxmlformats.org/drawingml/2006/main" noGrp="1"/>
          </p:cNvSpPr>
          <p:nvPr>
            <p:ph type="body" idx="27"/>
          </p:nvPr>
        </p:nvSpPr>
        <p:spPr>
          <a:xfrm xmlns:a="http://schemas.openxmlformats.org/drawingml/2006/main">
            <a:off x="346075" y="1380939"/>
            <a:ext cx="2526079" cy="1120685"/>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72" name="Текст 35">
            <a:extLst xmlns:a="http://schemas.openxmlformats.org/drawingml/2006/main">
              <a:ext uri="{FF2B5EF4-FFF2-40B4-BE49-F238E27FC236}">
                <a16:creationId xmlns:a16="http://schemas.microsoft.com/office/drawing/2014/main" id="{3E63DE62-DFB7-44A9-A85D-B687FAE797DC}"/>
              </a:ext>
            </a:extLst>
          </p:cNvPr>
          <p:cNvSpPr>
            <a:spLocks xmlns:a="http://schemas.openxmlformats.org/drawingml/2006/main" noGrp="1"/>
          </p:cNvSpPr>
          <p:nvPr>
            <p:ph type="body" idx="28"/>
          </p:nvPr>
        </p:nvSpPr>
        <p:spPr>
          <a:xfrm xmlns:a="http://schemas.openxmlformats.org/drawingml/2006/main">
            <a:off x="4832960" y="1024937"/>
            <a:ext cx="2526079" cy="1476687"/>
          </a:xfrm>
          <a:prstGeom xmlns:a="http://schemas.openxmlformats.org/drawingml/2006/main" prst="roundRect">
            <a:avLst>
              <a:gd name="adj" fmla="val 15887"/>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600" b="1">
                <a:solidFill>
                  <a:schemeClr val="accent2"/>
                </a:solidFill>
              </a:defRPr>
            </a:lvl1pPr>
          </a:lstStyle>
          <a:p xmlns:a="http://schemas.openxmlformats.org/drawingml/2006/main">
            <a:pPr lvl="0">
              <a:buNone/>
            </a:pPr>
            <a:r>
              <a:t>Образец текста</a:t>
            </a:r>
          </a:p>
        </p:txBody>
      </p:sp>
      <p:sp>
        <p:nvSpPr>
          <p:cNvPr id="73" name="Текст 35">
            <a:extLst xmlns:a="http://schemas.openxmlformats.org/drawingml/2006/main">
              <a:ext uri="{FF2B5EF4-FFF2-40B4-BE49-F238E27FC236}">
                <a16:creationId xmlns:a16="http://schemas.microsoft.com/office/drawing/2014/main" id="{65791B9B-D32F-4C66-AD0A-B1F3CB6B2B21}"/>
              </a:ext>
            </a:extLst>
          </p:cNvPr>
          <p:cNvSpPr>
            <a:spLocks xmlns:a="http://schemas.openxmlformats.org/drawingml/2006/main" noGrp="1"/>
          </p:cNvSpPr>
          <p:nvPr>
            <p:ph type="body" idx="29"/>
          </p:nvPr>
        </p:nvSpPr>
        <p:spPr>
          <a:xfrm xmlns:a="http://schemas.openxmlformats.org/drawingml/2006/main">
            <a:off x="4832960" y="1380939"/>
            <a:ext cx="2526079" cy="1120685"/>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74" name="Текст 35">
            <a:extLst xmlns:a="http://schemas.openxmlformats.org/drawingml/2006/main">
              <a:ext uri="{FF2B5EF4-FFF2-40B4-BE49-F238E27FC236}">
                <a16:creationId xmlns:a16="http://schemas.microsoft.com/office/drawing/2014/main" id="{3052024B-27A5-4D0B-A7E7-5161FB0ED379}"/>
              </a:ext>
            </a:extLst>
          </p:cNvPr>
          <p:cNvSpPr>
            <a:spLocks xmlns:a="http://schemas.openxmlformats.org/drawingml/2006/main" noGrp="1"/>
          </p:cNvSpPr>
          <p:nvPr>
            <p:ph type="body" idx="30"/>
          </p:nvPr>
        </p:nvSpPr>
        <p:spPr>
          <a:xfrm xmlns:a="http://schemas.openxmlformats.org/drawingml/2006/main">
            <a:off x="9330862" y="1024937"/>
            <a:ext cx="2526079" cy="1476687"/>
          </a:xfrm>
          <a:prstGeom xmlns:a="http://schemas.openxmlformats.org/drawingml/2006/main" prst="roundRect">
            <a:avLst>
              <a:gd name="adj" fmla="val 15887"/>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600" b="1">
                <a:solidFill>
                  <a:schemeClr val="accent2"/>
                </a:solidFill>
              </a:defRPr>
            </a:lvl1pPr>
          </a:lstStyle>
          <a:p xmlns:a="http://schemas.openxmlformats.org/drawingml/2006/main">
            <a:pPr lvl="0">
              <a:buNone/>
            </a:pPr>
            <a:r>
              <a:t>Образец текста</a:t>
            </a:r>
          </a:p>
        </p:txBody>
      </p:sp>
      <p:sp>
        <p:nvSpPr>
          <p:cNvPr id="75" name="Текст 35">
            <a:extLst xmlns:a="http://schemas.openxmlformats.org/drawingml/2006/main">
              <a:ext uri="{FF2B5EF4-FFF2-40B4-BE49-F238E27FC236}">
                <a16:creationId xmlns:a16="http://schemas.microsoft.com/office/drawing/2014/main" id="{9DFC47B0-ECC1-49CE-99A3-DC05480669A7}"/>
              </a:ext>
            </a:extLst>
          </p:cNvPr>
          <p:cNvSpPr>
            <a:spLocks xmlns:a="http://schemas.openxmlformats.org/drawingml/2006/main" noGrp="1"/>
          </p:cNvSpPr>
          <p:nvPr>
            <p:ph type="body" idx="31"/>
          </p:nvPr>
        </p:nvSpPr>
        <p:spPr>
          <a:xfrm xmlns:a="http://schemas.openxmlformats.org/drawingml/2006/main">
            <a:off x="9330862" y="1380939"/>
            <a:ext cx="2526079" cy="1120685"/>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76" name="Текст 35">
            <a:extLst xmlns:a="http://schemas.openxmlformats.org/drawingml/2006/main">
              <a:ext uri="{FF2B5EF4-FFF2-40B4-BE49-F238E27FC236}">
                <a16:creationId xmlns:a16="http://schemas.microsoft.com/office/drawing/2014/main" id="{3B86BD35-3919-4E07-B138-AAF7CFF7DF02}"/>
              </a:ext>
            </a:extLst>
          </p:cNvPr>
          <p:cNvSpPr>
            <a:spLocks xmlns:a="http://schemas.openxmlformats.org/drawingml/2006/main" noGrp="1"/>
          </p:cNvSpPr>
          <p:nvPr>
            <p:ph type="body" idx="32"/>
          </p:nvPr>
        </p:nvSpPr>
        <p:spPr>
          <a:xfrm xmlns:a="http://schemas.openxmlformats.org/drawingml/2006/main">
            <a:off x="2593517" y="4358152"/>
            <a:ext cx="2526079" cy="1476687"/>
          </a:xfrm>
          <a:prstGeom xmlns:a="http://schemas.openxmlformats.org/drawingml/2006/main" prst="roundRect">
            <a:avLst>
              <a:gd name="adj" fmla="val 15887"/>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600" b="1">
                <a:solidFill>
                  <a:schemeClr val="accent2"/>
                </a:solidFill>
              </a:defRPr>
            </a:lvl1pPr>
          </a:lstStyle>
          <a:p xmlns:a="http://schemas.openxmlformats.org/drawingml/2006/main">
            <a:pPr lvl="0">
              <a:buNone/>
            </a:pPr>
            <a:r>
              <a:t>Образец текста</a:t>
            </a:r>
          </a:p>
        </p:txBody>
      </p:sp>
      <p:sp>
        <p:nvSpPr>
          <p:cNvPr id="77" name="Текст 35">
            <a:extLst xmlns:a="http://schemas.openxmlformats.org/drawingml/2006/main">
              <a:ext uri="{FF2B5EF4-FFF2-40B4-BE49-F238E27FC236}">
                <a16:creationId xmlns:a16="http://schemas.microsoft.com/office/drawing/2014/main" id="{10D94F19-5929-4A71-8C96-769ED6DD0BAE}"/>
              </a:ext>
            </a:extLst>
          </p:cNvPr>
          <p:cNvSpPr>
            <a:spLocks xmlns:a="http://schemas.openxmlformats.org/drawingml/2006/main" noGrp="1"/>
          </p:cNvSpPr>
          <p:nvPr>
            <p:ph type="body" idx="33"/>
          </p:nvPr>
        </p:nvSpPr>
        <p:spPr>
          <a:xfrm xmlns:a="http://schemas.openxmlformats.org/drawingml/2006/main">
            <a:off x="2593517" y="4714154"/>
            <a:ext cx="2526079" cy="1120685"/>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78" name="Текст 35">
            <a:extLst xmlns:a="http://schemas.openxmlformats.org/drawingml/2006/main">
              <a:ext uri="{FF2B5EF4-FFF2-40B4-BE49-F238E27FC236}">
                <a16:creationId xmlns:a16="http://schemas.microsoft.com/office/drawing/2014/main" id="{D84303F2-08F5-497F-BC9B-59F70995863F}"/>
              </a:ext>
            </a:extLst>
          </p:cNvPr>
          <p:cNvSpPr>
            <a:spLocks xmlns:a="http://schemas.openxmlformats.org/drawingml/2006/main" noGrp="1"/>
          </p:cNvSpPr>
          <p:nvPr>
            <p:ph type="body" idx="34"/>
          </p:nvPr>
        </p:nvSpPr>
        <p:spPr>
          <a:xfrm xmlns:a="http://schemas.openxmlformats.org/drawingml/2006/main">
            <a:off x="7080402" y="4358152"/>
            <a:ext cx="2526079" cy="1476687"/>
          </a:xfrm>
          <a:prstGeom xmlns:a="http://schemas.openxmlformats.org/drawingml/2006/main" prst="roundRect">
            <a:avLst>
              <a:gd name="adj" fmla="val 15887"/>
            </a:avLst>
          </a:prstGeom>
          <a:gradFill xmlns:a="http://schemas.openxmlformats.org/drawingml/2006/main">
            <a:gsLst>
              <a:gs pos="0">
                <a:schemeClr val="accent1">
                  <a:lumMod val="5000"/>
                  <a:lumOff val="95000"/>
                  <a:alpha val="20000"/>
                </a:schemeClr>
              </a:gs>
              <a:gs pos="100000">
                <a:schemeClr val="bg1">
                  <a:alpha val="0"/>
                </a:schemeClr>
              </a:gs>
            </a:gsLst>
            <a:lin ang="5400000" scaled="1"/>
          </a:gradFill>
        </p:spPr>
        <p:txBody>
          <a:bodyPr xmlns:a="http://schemas.openxmlformats.org/drawingml/2006/main">
            <a:noAutofit/>
          </a:bodyPr>
          <a:lstStyle xmlns:a="http://schemas.openxmlformats.org/drawingml/2006/main">
            <a:lvl1pPr>
              <a:buNone/>
              <a:defRPr sz="1600" b="1">
                <a:solidFill>
                  <a:schemeClr val="accent2"/>
                </a:solidFill>
              </a:defRPr>
            </a:lvl1pPr>
          </a:lstStyle>
          <a:p xmlns:a="http://schemas.openxmlformats.org/drawingml/2006/main">
            <a:pPr lvl="0">
              <a:buNone/>
            </a:pPr>
            <a:r>
              <a:t>Образец текста</a:t>
            </a:r>
          </a:p>
        </p:txBody>
      </p:sp>
      <p:sp>
        <p:nvSpPr>
          <p:cNvPr id="79" name="Текст 35">
            <a:extLst xmlns:a="http://schemas.openxmlformats.org/drawingml/2006/main">
              <a:ext uri="{FF2B5EF4-FFF2-40B4-BE49-F238E27FC236}">
                <a16:creationId xmlns:a16="http://schemas.microsoft.com/office/drawing/2014/main" id="{EA5C32CD-4539-4313-8B67-943CB8F5EBD9}"/>
              </a:ext>
            </a:extLst>
          </p:cNvPr>
          <p:cNvSpPr>
            <a:spLocks xmlns:a="http://schemas.openxmlformats.org/drawingml/2006/main" noGrp="1"/>
          </p:cNvSpPr>
          <p:nvPr>
            <p:ph type="body" idx="35"/>
          </p:nvPr>
        </p:nvSpPr>
        <p:spPr>
          <a:xfrm xmlns:a="http://schemas.openxmlformats.org/drawingml/2006/main">
            <a:off x="7080402" y="4714154"/>
            <a:ext cx="2526079" cy="1120685"/>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00" name="Заголовок 1">
            <a:extLst xmlns:a="http://schemas.openxmlformats.org/drawingml/2006/main">
              <a:ext uri="{FF2B5EF4-FFF2-40B4-BE49-F238E27FC236}">
                <a16:creationId xmlns:a16="http://schemas.microsoft.com/office/drawing/2014/main" id="{6641864C-9659-45A2-A61F-BB1A3067B16A}"/>
              </a:ext>
            </a:extLst>
          </p:cNvPr>
          <p:cNvSpPr>
            <a:spLocks xmlns:a="http://schemas.openxmlformats.org/drawingml/2006/main" noGrp="1"/>
          </p:cNvSpPr>
          <p:nvPr>
            <p:ph type="title" idx="0"/>
          </p:nvPr>
        </p:nvSpPr>
        <p:spPr>
          <a:xfrm xmlns:a="http://schemas.openxmlformats.org/drawingml/2006/main">
            <a:off x="384256"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Tree>
  </p:cSld>
</p:sldLayout>
</file>

<file path=ppt/slideLayouts/slideLayout18.xml><?xml version="1.0" encoding="utf-8"?>
<p:sldLayout xmlns:p="http://schemas.openxmlformats.org/presentationml/2006/main" preserve="1" userDrawn="1">
  <p:cSld name="Проблема и решение">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062B0DBE-B5A9-470E-85A9-7CC062D5339A}"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100" name="Заголовок 1">
            <a:extLst xmlns:a="http://schemas.openxmlformats.org/drawingml/2006/main">
              <a:ext uri="{FF2B5EF4-FFF2-40B4-BE49-F238E27FC236}">
                <a16:creationId xmlns:a16="http://schemas.microsoft.com/office/drawing/2014/main" id="{6641864C-9659-45A2-A61F-BB1A3067B16A}"/>
              </a:ext>
            </a:extLst>
          </p:cNvPr>
          <p:cNvSpPr>
            <a:spLocks xmlns:a="http://schemas.openxmlformats.org/drawingml/2006/main" noGrp="1"/>
          </p:cNvSpPr>
          <p:nvPr>
            <p:ph type="title" idx="0"/>
          </p:nvPr>
        </p:nvSpPr>
        <p:spPr>
          <a:xfrm xmlns:a="http://schemas.openxmlformats.org/drawingml/2006/main">
            <a:off x="357650"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130" name="Текст 35">
            <a:extLst xmlns:a="http://schemas.openxmlformats.org/drawingml/2006/main">
              <a:ext uri="{FF2B5EF4-FFF2-40B4-BE49-F238E27FC236}">
                <a16:creationId xmlns:a16="http://schemas.microsoft.com/office/drawing/2014/main" id="{2FAEFDC9-8968-4F3D-8F8F-5591D6F30FE0}"/>
              </a:ext>
            </a:extLst>
          </p:cNvPr>
          <p:cNvSpPr>
            <a:spLocks xmlns:a="http://schemas.openxmlformats.org/drawingml/2006/main" noGrp="1"/>
          </p:cNvSpPr>
          <p:nvPr>
            <p:ph type="body" idx="26" hasCustomPrompt="1"/>
          </p:nvPr>
        </p:nvSpPr>
        <p:spPr>
          <a:xfrm xmlns:a="http://schemas.openxmlformats.org/drawingml/2006/main">
            <a:off x="517027" y="3810175"/>
            <a:ext cx="3264113" cy="2375115"/>
          </a:xfrm>
          <a:prstGeom xmlns:a="http://schemas.openxmlformats.org/drawingml/2006/main" prst="roundRect">
            <a:avLst>
              <a:gd name="adj" fmla="val 10167"/>
            </a:avLst>
          </a:prstGeom>
          <a:gradFill xmlns:a="http://schemas.openxmlformats.org/drawingml/2006/main">
            <a:gsLst>
              <a:gs pos="0">
                <a:schemeClr val="accent1">
                  <a:lumMod val="5000"/>
                  <a:lumOff val="95000"/>
                  <a:alpha val="20000"/>
                </a:schemeClr>
              </a:gs>
              <a:gs pos="49000">
                <a:schemeClr val="bg1">
                  <a:alpha val="0"/>
                </a:schemeClr>
              </a:gs>
            </a:gsLst>
            <a:lin ang="5400000" scaled="1"/>
          </a:gradFill>
        </p:spPr>
        <p:txBody>
          <a:bodyPr xmlns:a="http://schemas.openxmlformats.org/drawingml/2006/main">
            <a:noAutofit/>
          </a:bodyPr>
          <a:lstStyle xmlns:a="http://schemas.openxmlformats.org/drawingml/2006/main">
            <a:lvl1pPr marL="0" indent="0">
              <a:buNone/>
              <a:defRPr sz="1400" b="0">
                <a:solidFill>
                  <a:schemeClr val="bg1"/>
                </a:solidFill>
              </a:defRPr>
            </a:lvl1pPr>
          </a:lstStyle>
          <a:p xmlns:a="http://schemas.openxmlformats.org/drawingml/2006/main">
            <a:pPr lvl="0">
              <a:buNone/>
            </a:pPr>
            <a:r>
              <a:t>Описание проблемы </a:t>
            </a:r>
          </a:p>
        </p:txBody>
      </p:sp>
      <p:sp>
        <p:nvSpPr>
          <p:cNvPr id="152" name="Текст 35">
            <a:extLst xmlns:a="http://schemas.openxmlformats.org/drawingml/2006/main">
              <a:ext uri="{FF2B5EF4-FFF2-40B4-BE49-F238E27FC236}">
                <a16:creationId xmlns:a16="http://schemas.microsoft.com/office/drawing/2014/main" id="{A7C77525-23F2-401E-A901-0374D8239BBC}"/>
              </a:ext>
            </a:extLst>
          </p:cNvPr>
          <p:cNvSpPr>
            <a:spLocks xmlns:a="http://schemas.openxmlformats.org/drawingml/2006/main" noGrp="1"/>
          </p:cNvSpPr>
          <p:nvPr>
            <p:ph type="body" idx="31" hasCustomPrompt="1"/>
          </p:nvPr>
        </p:nvSpPr>
        <p:spPr>
          <a:xfrm xmlns:a="http://schemas.openxmlformats.org/drawingml/2006/main">
            <a:off x="4464542" y="3810175"/>
            <a:ext cx="3264113" cy="2375115"/>
          </a:xfrm>
          <a:prstGeom xmlns:a="http://schemas.openxmlformats.org/drawingml/2006/main" prst="roundRect">
            <a:avLst>
              <a:gd name="adj" fmla="val 10167"/>
            </a:avLst>
          </a:prstGeom>
          <a:gradFill xmlns:a="http://schemas.openxmlformats.org/drawingml/2006/main">
            <a:gsLst>
              <a:gs pos="0">
                <a:schemeClr val="accent1">
                  <a:lumMod val="5000"/>
                  <a:lumOff val="95000"/>
                  <a:alpha val="20000"/>
                </a:schemeClr>
              </a:gs>
              <a:gs pos="49000">
                <a:schemeClr val="bg1">
                  <a:alpha val="0"/>
                </a:schemeClr>
              </a:gs>
            </a:gsLst>
            <a:lin ang="5400000" scaled="1"/>
          </a:gradFill>
        </p:spPr>
        <p:txBody>
          <a:bodyPr xmlns:a="http://schemas.openxmlformats.org/drawingml/2006/main">
            <a:noAutofit/>
          </a:bodyPr>
          <a:lstStyle xmlns:a="http://schemas.openxmlformats.org/drawingml/2006/main">
            <a:lvl1pPr marL="0" indent="0">
              <a:buNone/>
              <a:defRPr sz="1400" b="0">
                <a:solidFill>
                  <a:schemeClr val="bg1"/>
                </a:solidFill>
              </a:defRPr>
            </a:lvl1pPr>
          </a:lstStyle>
          <a:p xmlns:a="http://schemas.openxmlformats.org/drawingml/2006/main">
            <a:pPr lvl="0">
              <a:buNone/>
            </a:pPr>
            <a:r>
              <a:t>Примеры уже имеющихся способов решения данной проблемы</a:t>
            </a:r>
          </a:p>
        </p:txBody>
      </p:sp>
      <p:sp>
        <p:nvSpPr>
          <p:cNvPr id="153" name="Текст 35">
            <a:extLst xmlns:a="http://schemas.openxmlformats.org/drawingml/2006/main">
              <a:ext uri="{FF2B5EF4-FFF2-40B4-BE49-F238E27FC236}">
                <a16:creationId xmlns:a16="http://schemas.microsoft.com/office/drawing/2014/main" id="{D2F4E226-3842-4532-A60F-4E8C02DAD6DC}"/>
              </a:ext>
            </a:extLst>
          </p:cNvPr>
          <p:cNvSpPr>
            <a:spLocks xmlns:a="http://schemas.openxmlformats.org/drawingml/2006/main" noGrp="1"/>
          </p:cNvSpPr>
          <p:nvPr>
            <p:ph type="body" idx="32" hasCustomPrompt="1"/>
          </p:nvPr>
        </p:nvSpPr>
        <p:spPr>
          <a:xfrm xmlns:a="http://schemas.openxmlformats.org/drawingml/2006/main">
            <a:off x="8385481" y="3810175"/>
            <a:ext cx="3264113" cy="2375115"/>
          </a:xfrm>
          <a:prstGeom xmlns:a="http://schemas.openxmlformats.org/drawingml/2006/main" prst="roundRect">
            <a:avLst>
              <a:gd name="adj" fmla="val 10167"/>
            </a:avLst>
          </a:prstGeom>
          <a:gradFill xmlns:a="http://schemas.openxmlformats.org/drawingml/2006/main">
            <a:gsLst>
              <a:gs pos="0">
                <a:schemeClr val="accent1">
                  <a:lumMod val="5000"/>
                  <a:lumOff val="95000"/>
                  <a:alpha val="20000"/>
                </a:schemeClr>
              </a:gs>
              <a:gs pos="49000">
                <a:schemeClr val="bg1">
                  <a:alpha val="0"/>
                </a:schemeClr>
              </a:gs>
            </a:gsLst>
            <a:lin ang="5400000" scaled="1"/>
          </a:gradFill>
        </p:spPr>
        <p:txBody>
          <a:bodyPr xmlns:a="http://schemas.openxmlformats.org/drawingml/2006/main">
            <a:noAutofit/>
          </a:bodyPr>
          <a:lstStyle xmlns:a="http://schemas.openxmlformats.org/drawingml/2006/main">
            <a:lvl1pPr marL="0" indent="0">
              <a:buNone/>
              <a:defRPr sz="1400" b="0">
                <a:solidFill>
                  <a:schemeClr val="bg1"/>
                </a:solidFill>
              </a:defRPr>
            </a:lvl1pPr>
          </a:lstStyle>
          <a:p xmlns:a="http://schemas.openxmlformats.org/drawingml/2006/main">
            <a:pPr lvl="0">
              <a:buNone/>
            </a:pPr>
            <a:r>
              <a:t>Ваше предложение решения данной проблемы</a:t>
            </a:r>
          </a:p>
        </p:txBody>
      </p:sp>
      <p:sp>
        <p:nvSpPr>
          <p:cNvPr id="189" name="Текст 35">
            <a:extLst xmlns:a="http://schemas.openxmlformats.org/drawingml/2006/main">
              <a:ext uri="{FF2B5EF4-FFF2-40B4-BE49-F238E27FC236}">
                <a16:creationId xmlns:a16="http://schemas.microsoft.com/office/drawing/2014/main" id="{C44A233F-7BDF-4F40-844F-FC23B1912AA4}"/>
              </a:ext>
            </a:extLst>
          </p:cNvPr>
          <p:cNvSpPr>
            <a:spLocks xmlns:a="http://schemas.openxmlformats.org/drawingml/2006/main" noGrp="1"/>
          </p:cNvSpPr>
          <p:nvPr>
            <p:ph type="body" idx="33" hasCustomPrompt="1"/>
          </p:nvPr>
        </p:nvSpPr>
        <p:spPr>
          <a:xfrm xmlns:a="http://schemas.openxmlformats.org/drawingml/2006/main">
            <a:off x="517027" y="3252336"/>
            <a:ext cx="3264113" cy="391783"/>
          </a:xfrm>
          <a:prstGeom xmlns:a="http://schemas.openxmlformats.org/drawingml/2006/main" prst="roundRect">
            <a:avLst>
              <a:gd name="adj" fmla="val 10167"/>
            </a:avLst>
          </a:prstGeom>
          <a:noFill xmlns:a="http://schemas.openxmlformats.org/drawingml/2006/main"/>
        </p:spPr>
        <p:txBody>
          <a:bodyPr xmlns:a="http://schemas.openxmlformats.org/drawingml/2006/main">
            <a:noAutofit/>
          </a:bodyPr>
          <a:lstStyle xmlns:a="http://schemas.openxmlformats.org/drawingml/2006/main">
            <a:lvl1pPr marL="0" indent="0" algn="ctr">
              <a:buNone/>
              <a:defRPr sz="1600" b="1">
                <a:solidFill>
                  <a:schemeClr val="accent2"/>
                </a:solidFill>
              </a:defRPr>
            </a:lvl1pPr>
          </a:lstStyle>
          <a:p xmlns:a="http://schemas.openxmlformats.org/drawingml/2006/main">
            <a:pPr lvl="0">
              <a:buNone/>
            </a:pPr>
            <a:r>
              <a:t>Проблема</a:t>
            </a:r>
          </a:p>
        </p:txBody>
      </p:sp>
      <p:sp>
        <p:nvSpPr>
          <p:cNvPr id="190" name="Текст 35">
            <a:extLst xmlns:a="http://schemas.openxmlformats.org/drawingml/2006/main">
              <a:ext uri="{FF2B5EF4-FFF2-40B4-BE49-F238E27FC236}">
                <a16:creationId xmlns:a16="http://schemas.microsoft.com/office/drawing/2014/main" id="{1683ED6E-2444-48B8-A78B-F1EBA53E21C2}"/>
              </a:ext>
            </a:extLst>
          </p:cNvPr>
          <p:cNvSpPr>
            <a:spLocks xmlns:a="http://schemas.openxmlformats.org/drawingml/2006/main" noGrp="1"/>
          </p:cNvSpPr>
          <p:nvPr>
            <p:ph type="body" idx="34" hasCustomPrompt="1"/>
          </p:nvPr>
        </p:nvSpPr>
        <p:spPr>
          <a:xfrm xmlns:a="http://schemas.openxmlformats.org/drawingml/2006/main">
            <a:off x="4464542" y="3252336"/>
            <a:ext cx="3264113" cy="391783"/>
          </a:xfrm>
          <a:prstGeom xmlns:a="http://schemas.openxmlformats.org/drawingml/2006/main" prst="roundRect">
            <a:avLst>
              <a:gd name="adj" fmla="val 10167"/>
            </a:avLst>
          </a:prstGeom>
          <a:noFill xmlns:a="http://schemas.openxmlformats.org/drawingml/2006/main"/>
        </p:spPr>
        <p:txBody>
          <a:bodyPr xmlns:a="http://schemas.openxmlformats.org/drawingml/2006/main">
            <a:noAutofit/>
          </a:bodyPr>
          <a:lstStyle xmlns:a="http://schemas.openxmlformats.org/drawingml/2006/main">
            <a:lvl1pPr marL="0" indent="0" algn="ctr">
              <a:buNone/>
              <a:defRPr sz="1600" b="1">
                <a:solidFill>
                  <a:schemeClr val="accent2"/>
                </a:solidFill>
              </a:defRPr>
            </a:lvl1pPr>
          </a:lstStyle>
          <a:p xmlns:a="http://schemas.openxmlformats.org/drawingml/2006/main">
            <a:pPr lvl="0">
              <a:buNone/>
            </a:pPr>
            <a:r>
              <a:t>Альтернативные решения</a:t>
            </a:r>
          </a:p>
        </p:txBody>
      </p:sp>
      <p:sp>
        <p:nvSpPr>
          <p:cNvPr id="191" name="Текст 35">
            <a:extLst xmlns:a="http://schemas.openxmlformats.org/drawingml/2006/main">
              <a:ext uri="{FF2B5EF4-FFF2-40B4-BE49-F238E27FC236}">
                <a16:creationId xmlns:a16="http://schemas.microsoft.com/office/drawing/2014/main" id="{B788F042-DAFC-4B5A-B1AA-8ADEFAAA9801}"/>
              </a:ext>
            </a:extLst>
          </p:cNvPr>
          <p:cNvSpPr>
            <a:spLocks xmlns:a="http://schemas.openxmlformats.org/drawingml/2006/main" noGrp="1"/>
          </p:cNvSpPr>
          <p:nvPr>
            <p:ph type="body" idx="35" hasCustomPrompt="1"/>
          </p:nvPr>
        </p:nvSpPr>
        <p:spPr>
          <a:xfrm xmlns:a="http://schemas.openxmlformats.org/drawingml/2006/main">
            <a:off x="8385481" y="3252336"/>
            <a:ext cx="3264113" cy="391783"/>
          </a:xfrm>
          <a:prstGeom xmlns:a="http://schemas.openxmlformats.org/drawingml/2006/main" prst="roundRect">
            <a:avLst>
              <a:gd name="adj" fmla="val 10167"/>
            </a:avLst>
          </a:prstGeom>
          <a:noFill xmlns:a="http://schemas.openxmlformats.org/drawingml/2006/main"/>
        </p:spPr>
        <p:txBody>
          <a:bodyPr xmlns:a="http://schemas.openxmlformats.org/drawingml/2006/main">
            <a:noAutofit/>
          </a:bodyPr>
          <a:lstStyle xmlns:a="http://schemas.openxmlformats.org/drawingml/2006/main">
            <a:lvl1pPr marL="0" indent="0" algn="ctr">
              <a:buNone/>
              <a:defRPr sz="1600" b="1">
                <a:solidFill>
                  <a:schemeClr val="accent2"/>
                </a:solidFill>
              </a:defRPr>
            </a:lvl1pPr>
          </a:lstStyle>
          <a:p xmlns:a="http://schemas.openxmlformats.org/drawingml/2006/main">
            <a:pPr lvl="0">
              <a:buNone/>
            </a:pPr>
            <a:r>
              <a:t>Решение</a:t>
            </a:r>
          </a:p>
        </p:txBody>
      </p:sp>
    </p:spTree>
  </p:cSld>
</p:sldLayout>
</file>

<file path=ppt/slideLayouts/slideLayout19.xml><?xml version="1.0" encoding="utf-8"?>
<p:sldLayout xmlns:p="http://schemas.openxmlformats.org/presentationml/2006/main" preserve="1" userDrawn="1">
  <p:cSld name="Демо_1">
    <p:spTree>
      <p:nvGrpSpPr>
        <p:cNvPr id="1" name=""/>
        <p:cNvGrpSpPr/>
        <p:nvPr/>
      </p:nvGrpSpPr>
      <p:grpSpPr>
        <a:xfrm xmlns:a="http://schemas.openxmlformats.org/drawingml/2006/main"/>
      </p:grpSpPr>
      <p:sp>
        <p:nvSpPr>
          <p:cNvPr id="79" name="Picture Placeholder 1">
            <a:extLst xmlns:a="http://schemas.openxmlformats.org/drawingml/2006/main">
              <a:ext uri="{FF2B5EF4-FFF2-40B4-BE49-F238E27FC236}">
                <a16:creationId xmlns:a16="http://schemas.microsoft.com/office/drawing/2014/main" id="{F4BB4485-D5EB-48AD-A465-1B1299C88CD1}"/>
              </a:ext>
            </a:extLst>
          </p:cNvPr>
          <p:cNvSpPr>
            <a:spLocks xmlns:a="http://schemas.openxmlformats.org/drawingml/2006/main" noGrp="1"/>
          </p:cNvSpPr>
          <p:nvPr>
            <p:ph type="pic" idx="14"/>
          </p:nvPr>
        </p:nvSpPr>
        <p:spPr>
          <a:xfrm xmlns:a="http://schemas.openxmlformats.org/drawingml/2006/main">
            <a:off x="4162940" y="1264478"/>
            <a:ext cx="3866121" cy="2436377"/>
          </a:xfrm>
        </p:spPr>
      </p:sp>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4D396B86-640F-4AD1-BBB2-E085B6CD8771}"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100" name="Заголовок 1">
            <a:extLst xmlns:a="http://schemas.openxmlformats.org/drawingml/2006/main">
              <a:ext uri="{FF2B5EF4-FFF2-40B4-BE49-F238E27FC236}">
                <a16:creationId xmlns:a16="http://schemas.microsoft.com/office/drawing/2014/main" id="{6641864C-9659-45A2-A61F-BB1A3067B16A}"/>
              </a:ext>
            </a:extLst>
          </p:cNvPr>
          <p:cNvSpPr>
            <a:spLocks xmlns:a="http://schemas.openxmlformats.org/drawingml/2006/main" noGrp="1"/>
          </p:cNvSpPr>
          <p:nvPr>
            <p:ph type="title" idx="0"/>
          </p:nvPr>
        </p:nvSpPr>
        <p:spPr>
          <a:xfrm xmlns:a="http://schemas.openxmlformats.org/drawingml/2006/main">
            <a:off x="346075"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8" name="Текст 7">
            <a:extLst xmlns:a="http://schemas.openxmlformats.org/drawingml/2006/main">
              <a:ext uri="{FF2B5EF4-FFF2-40B4-BE49-F238E27FC236}">
                <a16:creationId xmlns:a16="http://schemas.microsoft.com/office/drawing/2014/main" id="{8340B20B-0618-415E-8908-3C85578C4D16}"/>
              </a:ext>
            </a:extLst>
          </p:cNvPr>
          <p:cNvSpPr>
            <a:spLocks xmlns:a="http://schemas.openxmlformats.org/drawingml/2006/main" noGrp="1"/>
          </p:cNvSpPr>
          <p:nvPr>
            <p:ph type="body" idx="15"/>
          </p:nvPr>
        </p:nvSpPr>
        <p:spPr>
          <a:xfrm xmlns:a="http://schemas.openxmlformats.org/drawingml/2006/main">
            <a:off x="346075" y="4656083"/>
            <a:ext cx="3626835" cy="1544692"/>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90" name="Текст 7">
            <a:extLst xmlns:a="http://schemas.openxmlformats.org/drawingml/2006/main">
              <a:ext uri="{FF2B5EF4-FFF2-40B4-BE49-F238E27FC236}">
                <a16:creationId xmlns:a16="http://schemas.microsoft.com/office/drawing/2014/main" id="{47A76FC9-6FDA-4102-9D33-F9766B07D3E6}"/>
              </a:ext>
            </a:extLst>
          </p:cNvPr>
          <p:cNvSpPr>
            <a:spLocks xmlns:a="http://schemas.openxmlformats.org/drawingml/2006/main" noGrp="1"/>
          </p:cNvSpPr>
          <p:nvPr>
            <p:ph type="body" idx="16"/>
          </p:nvPr>
        </p:nvSpPr>
        <p:spPr>
          <a:xfrm xmlns:a="http://schemas.openxmlformats.org/drawingml/2006/main">
            <a:off x="4240502" y="4656083"/>
            <a:ext cx="3626835" cy="1544692"/>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91" name="Текст 7">
            <a:extLst xmlns:a="http://schemas.openxmlformats.org/drawingml/2006/main">
              <a:ext uri="{FF2B5EF4-FFF2-40B4-BE49-F238E27FC236}">
                <a16:creationId xmlns:a16="http://schemas.microsoft.com/office/drawing/2014/main" id="{7C8F4076-BB2C-4FA3-9BAD-5EF87B638D5F}"/>
              </a:ext>
            </a:extLst>
          </p:cNvPr>
          <p:cNvSpPr>
            <a:spLocks xmlns:a="http://schemas.openxmlformats.org/drawingml/2006/main" noGrp="1"/>
          </p:cNvSpPr>
          <p:nvPr>
            <p:ph type="body" idx="17"/>
          </p:nvPr>
        </p:nvSpPr>
        <p:spPr>
          <a:xfrm xmlns:a="http://schemas.openxmlformats.org/drawingml/2006/main">
            <a:off x="8230203" y="4656083"/>
            <a:ext cx="3626835" cy="1544692"/>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Tree>
  </p:cSld>
</p:sldLayout>
</file>

<file path=ppt/slideLayouts/slideLayout20.xml><?xml version="1.0" encoding="utf-8"?>
<p:sldLayout xmlns:p="http://schemas.openxmlformats.org/presentationml/2006/main" preserve="1" userDrawn="1">
  <p:cSld name="1_Демо_1">
    <p:spTree>
      <p:nvGrpSpPr>
        <p:cNvPr id="1" name=""/>
        <p:cNvGrpSpPr/>
        <p:nvPr/>
      </p:nvGrpSpPr>
      <p:grpSpPr>
        <a:xfrm xmlns:a="http://schemas.openxmlformats.org/drawingml/2006/main"/>
      </p:grpSpPr>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93AF0E63-1EB1-47F5-B09E-CA3E5DE528F3}"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100" name="Заголовок 1">
            <a:extLst xmlns:a="http://schemas.openxmlformats.org/drawingml/2006/main">
              <a:ext uri="{FF2B5EF4-FFF2-40B4-BE49-F238E27FC236}">
                <a16:creationId xmlns:a16="http://schemas.microsoft.com/office/drawing/2014/main" id="{6641864C-9659-45A2-A61F-BB1A3067B16A}"/>
              </a:ext>
            </a:extLst>
          </p:cNvPr>
          <p:cNvSpPr>
            <a:spLocks xmlns:a="http://schemas.openxmlformats.org/drawingml/2006/main" noGrp="1"/>
          </p:cNvSpPr>
          <p:nvPr>
            <p:ph type="title" idx="0"/>
          </p:nvPr>
        </p:nvSpPr>
        <p:spPr>
          <a:xfrm xmlns:a="http://schemas.openxmlformats.org/drawingml/2006/main">
            <a:off x="353289"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8" name="Текст 7">
            <a:extLst xmlns:a="http://schemas.openxmlformats.org/drawingml/2006/main">
              <a:ext uri="{FF2B5EF4-FFF2-40B4-BE49-F238E27FC236}">
                <a16:creationId xmlns:a16="http://schemas.microsoft.com/office/drawing/2014/main" id="{8340B20B-0618-415E-8908-3C85578C4D16}"/>
              </a:ext>
            </a:extLst>
          </p:cNvPr>
          <p:cNvSpPr>
            <a:spLocks xmlns:a="http://schemas.openxmlformats.org/drawingml/2006/main" noGrp="1"/>
          </p:cNvSpPr>
          <p:nvPr>
            <p:ph type="body" idx="15"/>
          </p:nvPr>
        </p:nvSpPr>
        <p:spPr>
          <a:xfrm xmlns:a="http://schemas.openxmlformats.org/drawingml/2006/main">
            <a:off x="1210643" y="4324451"/>
            <a:ext cx="4121687" cy="1612262"/>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90" name="Текст 7">
            <a:extLst xmlns:a="http://schemas.openxmlformats.org/drawingml/2006/main">
              <a:ext uri="{FF2B5EF4-FFF2-40B4-BE49-F238E27FC236}">
                <a16:creationId xmlns:a16="http://schemas.microsoft.com/office/drawing/2014/main" id="{47A76FC9-6FDA-4102-9D33-F9766B07D3E6}"/>
              </a:ext>
            </a:extLst>
          </p:cNvPr>
          <p:cNvSpPr>
            <a:spLocks xmlns:a="http://schemas.openxmlformats.org/drawingml/2006/main" noGrp="1"/>
          </p:cNvSpPr>
          <p:nvPr>
            <p:ph type="body" idx="16"/>
          </p:nvPr>
        </p:nvSpPr>
        <p:spPr>
          <a:xfrm xmlns:a="http://schemas.openxmlformats.org/drawingml/2006/main">
            <a:off x="6857950" y="4324451"/>
            <a:ext cx="4121687" cy="1612262"/>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79" name="Picture Placeholder 1">
            <a:extLst xmlns:a="http://schemas.openxmlformats.org/drawingml/2006/main">
              <a:ext uri="{FF2B5EF4-FFF2-40B4-BE49-F238E27FC236}">
                <a16:creationId xmlns:a16="http://schemas.microsoft.com/office/drawing/2014/main" id="{F4BB4485-D5EB-48AD-A465-1B1299C88CD1}"/>
              </a:ext>
            </a:extLst>
          </p:cNvPr>
          <p:cNvSpPr>
            <a:spLocks xmlns:a="http://schemas.openxmlformats.org/drawingml/2006/main" noGrp="1"/>
          </p:cNvSpPr>
          <p:nvPr>
            <p:ph type="pic" idx="14"/>
          </p:nvPr>
        </p:nvSpPr>
        <p:spPr>
          <a:xfrm xmlns:a="http://schemas.openxmlformats.org/drawingml/2006/main">
            <a:off x="1210642" y="1577998"/>
            <a:ext cx="4121688" cy="2283975"/>
          </a:xfrm>
        </p:spPr>
      </p:sp>
      <p:sp>
        <p:nvSpPr>
          <p:cNvPr id="123" name="Picture Placeholder 1">
            <a:extLst xmlns:a="http://schemas.openxmlformats.org/drawingml/2006/main">
              <a:ext uri="{FF2B5EF4-FFF2-40B4-BE49-F238E27FC236}">
                <a16:creationId xmlns:a16="http://schemas.microsoft.com/office/drawing/2014/main" id="{C7FB8BAF-17B6-40DC-9912-73B3494AC45E}"/>
              </a:ext>
            </a:extLst>
          </p:cNvPr>
          <p:cNvSpPr>
            <a:spLocks xmlns:a="http://schemas.openxmlformats.org/drawingml/2006/main" noGrp="1"/>
          </p:cNvSpPr>
          <p:nvPr>
            <p:ph type="pic" idx="18"/>
          </p:nvPr>
        </p:nvSpPr>
        <p:spPr>
          <a:xfrm xmlns:a="http://schemas.openxmlformats.org/drawingml/2006/main">
            <a:off x="6855540" y="1577998"/>
            <a:ext cx="4121688" cy="2283975"/>
          </a:xfrm>
        </p:spPr>
      </p:sp>
    </p:spTree>
  </p:cSld>
</p:sldLayout>
</file>

<file path=ppt/slideLayouts/slideLayout21.xml><?xml version="1.0" encoding="utf-8"?>
<p:sldLayout xmlns:p="http://schemas.openxmlformats.org/presentationml/2006/main" preserve="1" userDrawn="1">
  <p:cSld name="2_Демо_1">
    <p:spTree>
      <p:nvGrpSpPr>
        <p:cNvPr id="1" name=""/>
        <p:cNvGrpSpPr/>
        <p:nvPr/>
      </p:nvGrpSpPr>
      <p:grpSpPr>
        <a:xfrm xmlns:a="http://schemas.openxmlformats.org/drawingml/2006/main"/>
      </p:grpSpPr>
      <p:sp>
        <p:nvSpPr>
          <p:cNvPr id="125" name="Picture Placeholder 1">
            <a:extLst xmlns:a="http://schemas.openxmlformats.org/drawingml/2006/main">
              <a:ext uri="{FF2B5EF4-FFF2-40B4-BE49-F238E27FC236}">
                <a16:creationId xmlns:a16="http://schemas.microsoft.com/office/drawing/2014/main" id="{2E6A2544-8689-48EB-9658-2D1DE4E48784}"/>
              </a:ext>
            </a:extLst>
          </p:cNvPr>
          <p:cNvSpPr>
            <a:spLocks xmlns:a="http://schemas.openxmlformats.org/drawingml/2006/main" noGrp="1"/>
          </p:cNvSpPr>
          <p:nvPr>
            <p:ph type="pic" idx="14"/>
          </p:nvPr>
        </p:nvSpPr>
        <p:spPr>
          <a:xfrm xmlns:a="http://schemas.openxmlformats.org/drawingml/2006/main">
            <a:off x="5009872" y="1235915"/>
            <a:ext cx="2172255" cy="4602697"/>
          </a:xfrm>
          <a:prstGeom xmlns:a="http://schemas.openxmlformats.org/drawingml/2006/main" prst="roundRect">
            <a:avLst>
              <a:gd name="adj" fmla="val 12528"/>
            </a:avLst>
          </a:prstGeom>
          <a:noFill xmlns:a="http://schemas.openxmlformats.org/drawingml/2006/main"/>
        </p:spPr>
      </p:sp>
      <p:sp>
        <p:nvSpPr>
          <p:cNvPr id="130" name="Текст 35">
            <a:extLst xmlns:a="http://schemas.openxmlformats.org/drawingml/2006/main">
              <a:ext uri="{FF2B5EF4-FFF2-40B4-BE49-F238E27FC236}">
                <a16:creationId xmlns:a16="http://schemas.microsoft.com/office/drawing/2014/main" id="{34F2EADD-49A3-44E7-AC8B-D07BF1B4F1A8}"/>
              </a:ext>
            </a:extLst>
          </p:cNvPr>
          <p:cNvSpPr>
            <a:spLocks xmlns:a="http://schemas.openxmlformats.org/drawingml/2006/main" noGrp="1"/>
          </p:cNvSpPr>
          <p:nvPr>
            <p:ph type="body" idx="21"/>
          </p:nvPr>
        </p:nvSpPr>
        <p:spPr>
          <a:xfrm xmlns:a="http://schemas.openxmlformats.org/drawingml/2006/main">
            <a:off x="356349" y="1641283"/>
            <a:ext cx="3812931"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65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1"/>
                </a:solidFill>
              </a:defRPr>
            </a:lvl1pPr>
          </a:lstStyle>
          <a:p xmlns:a="http://schemas.openxmlformats.org/drawingml/2006/main">
            <a:pPr lvl="0">
              <a:buNone/>
            </a:pPr>
            <a:r>
              <a:t>Образец текста</a:t>
            </a:r>
          </a:p>
        </p:txBody>
      </p:sp>
      <p:sp>
        <p:nvSpPr>
          <p:cNvPr id="146" name="Текст 35">
            <a:extLst xmlns:a="http://schemas.openxmlformats.org/drawingml/2006/main">
              <a:ext uri="{FF2B5EF4-FFF2-40B4-BE49-F238E27FC236}">
                <a16:creationId xmlns:a16="http://schemas.microsoft.com/office/drawing/2014/main" id="{15551546-3EE0-4A54-9DEE-1E9FEBF43B2F}"/>
              </a:ext>
            </a:extLst>
          </p:cNvPr>
          <p:cNvSpPr>
            <a:spLocks xmlns:a="http://schemas.openxmlformats.org/drawingml/2006/main" noGrp="1"/>
          </p:cNvSpPr>
          <p:nvPr>
            <p:ph type="body" idx="18"/>
          </p:nvPr>
        </p:nvSpPr>
        <p:spPr>
          <a:xfrm xmlns:a="http://schemas.openxmlformats.org/drawingml/2006/main">
            <a:off x="356349" y="2020820"/>
            <a:ext cx="3812931" cy="1290596"/>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47" name="Текст 35">
            <a:extLst xmlns:a="http://schemas.openxmlformats.org/drawingml/2006/main">
              <a:ext uri="{FF2B5EF4-FFF2-40B4-BE49-F238E27FC236}">
                <a16:creationId xmlns:a16="http://schemas.microsoft.com/office/drawing/2014/main" id="{9D9ADB6F-AC53-4034-92EE-80435562B80A}"/>
              </a:ext>
            </a:extLst>
          </p:cNvPr>
          <p:cNvSpPr>
            <a:spLocks xmlns:a="http://schemas.openxmlformats.org/drawingml/2006/main" noGrp="1"/>
          </p:cNvSpPr>
          <p:nvPr>
            <p:ph type="body" idx="22"/>
          </p:nvPr>
        </p:nvSpPr>
        <p:spPr>
          <a:xfrm xmlns:a="http://schemas.openxmlformats.org/drawingml/2006/main">
            <a:off x="8040021" y="1641283"/>
            <a:ext cx="3812931"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65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5">
                    <a:lumMod val="20000"/>
                    <a:lumOff val="80000"/>
                  </a:schemeClr>
                </a:solidFill>
              </a:defRPr>
            </a:lvl1pPr>
          </a:lstStyle>
          <a:p xmlns:a="http://schemas.openxmlformats.org/drawingml/2006/main">
            <a:pPr lvl="0">
              <a:buNone/>
            </a:pPr>
            <a:r>
              <a:t>Образец текста</a:t>
            </a:r>
          </a:p>
        </p:txBody>
      </p:sp>
      <p:sp>
        <p:nvSpPr>
          <p:cNvPr id="148" name="Текст 35">
            <a:extLst xmlns:a="http://schemas.openxmlformats.org/drawingml/2006/main">
              <a:ext uri="{FF2B5EF4-FFF2-40B4-BE49-F238E27FC236}">
                <a16:creationId xmlns:a16="http://schemas.microsoft.com/office/drawing/2014/main" id="{EAB22390-1508-4419-B1B3-375A734DF0EE}"/>
              </a:ext>
            </a:extLst>
          </p:cNvPr>
          <p:cNvSpPr>
            <a:spLocks xmlns:a="http://schemas.openxmlformats.org/drawingml/2006/main" noGrp="1"/>
          </p:cNvSpPr>
          <p:nvPr>
            <p:ph type="body" idx="23"/>
          </p:nvPr>
        </p:nvSpPr>
        <p:spPr>
          <a:xfrm xmlns:a="http://schemas.openxmlformats.org/drawingml/2006/main">
            <a:off x="8040021" y="2020820"/>
            <a:ext cx="3812931" cy="1290596"/>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49" name="Текст 35">
            <a:extLst xmlns:a="http://schemas.openxmlformats.org/drawingml/2006/main">
              <a:ext uri="{FF2B5EF4-FFF2-40B4-BE49-F238E27FC236}">
                <a16:creationId xmlns:a16="http://schemas.microsoft.com/office/drawing/2014/main" id="{FF699DD2-8E32-4C98-8444-90139EB2FDC6}"/>
              </a:ext>
            </a:extLst>
          </p:cNvPr>
          <p:cNvSpPr>
            <a:spLocks xmlns:a="http://schemas.openxmlformats.org/drawingml/2006/main" noGrp="1"/>
          </p:cNvSpPr>
          <p:nvPr>
            <p:ph type="body" idx="24"/>
          </p:nvPr>
        </p:nvSpPr>
        <p:spPr>
          <a:xfrm xmlns:a="http://schemas.openxmlformats.org/drawingml/2006/main">
            <a:off x="356349" y="3864598"/>
            <a:ext cx="3812931"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65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4"/>
                </a:solidFill>
              </a:defRPr>
            </a:lvl1pPr>
          </a:lstStyle>
          <a:p xmlns:a="http://schemas.openxmlformats.org/drawingml/2006/main">
            <a:pPr lvl="0">
              <a:buNone/>
            </a:pPr>
            <a:r>
              <a:t>Образец текста</a:t>
            </a:r>
          </a:p>
        </p:txBody>
      </p:sp>
      <p:sp>
        <p:nvSpPr>
          <p:cNvPr id="150" name="Текст 35">
            <a:extLst xmlns:a="http://schemas.openxmlformats.org/drawingml/2006/main">
              <a:ext uri="{FF2B5EF4-FFF2-40B4-BE49-F238E27FC236}">
                <a16:creationId xmlns:a16="http://schemas.microsoft.com/office/drawing/2014/main" id="{6496F1D2-4B4B-412C-B228-1C27099F20D3}"/>
              </a:ext>
            </a:extLst>
          </p:cNvPr>
          <p:cNvSpPr>
            <a:spLocks xmlns:a="http://schemas.openxmlformats.org/drawingml/2006/main" noGrp="1"/>
          </p:cNvSpPr>
          <p:nvPr>
            <p:ph type="body" idx="25"/>
          </p:nvPr>
        </p:nvSpPr>
        <p:spPr>
          <a:xfrm xmlns:a="http://schemas.openxmlformats.org/drawingml/2006/main">
            <a:off x="356349" y="4244135"/>
            <a:ext cx="3812931" cy="1290596"/>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sp>
        <p:nvSpPr>
          <p:cNvPr id="151" name="Текст 35">
            <a:extLst xmlns:a="http://schemas.openxmlformats.org/drawingml/2006/main">
              <a:ext uri="{FF2B5EF4-FFF2-40B4-BE49-F238E27FC236}">
                <a16:creationId xmlns:a16="http://schemas.microsoft.com/office/drawing/2014/main" id="{55E268D8-B309-4AA0-8E1B-30DF4A867252}"/>
              </a:ext>
            </a:extLst>
          </p:cNvPr>
          <p:cNvSpPr>
            <a:spLocks xmlns:a="http://schemas.openxmlformats.org/drawingml/2006/main" noGrp="1"/>
          </p:cNvSpPr>
          <p:nvPr>
            <p:ph type="body" idx="26"/>
          </p:nvPr>
        </p:nvSpPr>
        <p:spPr>
          <a:xfrm xmlns:a="http://schemas.openxmlformats.org/drawingml/2006/main">
            <a:off x="8040021" y="3864598"/>
            <a:ext cx="3812931" cy="1021701"/>
          </a:xfrm>
          <a:prstGeom xmlns:a="http://schemas.openxmlformats.org/drawingml/2006/main" prst="roundRect">
            <a:avLst/>
          </a:prstGeom>
          <a:gradFill xmlns:a="http://schemas.openxmlformats.org/drawingml/2006/main">
            <a:gsLst>
              <a:gs pos="0">
                <a:schemeClr val="accent1">
                  <a:lumMod val="5000"/>
                  <a:lumOff val="95000"/>
                  <a:alpha val="20000"/>
                </a:schemeClr>
              </a:gs>
              <a:gs pos="65000">
                <a:schemeClr val="bg1">
                  <a:alpha val="0"/>
                </a:schemeClr>
              </a:gs>
            </a:gsLst>
            <a:lin ang="5400000" scaled="1"/>
          </a:gradFill>
        </p:spPr>
        <p:txBody>
          <a:bodyPr xmlns:a="http://schemas.openxmlformats.org/drawingml/2006/main">
            <a:noAutofit/>
          </a:bodyPr>
          <a:lstStyle xmlns:a="http://schemas.openxmlformats.org/drawingml/2006/main">
            <a:lvl1pPr>
              <a:buNone/>
              <a:defRPr sz="1800" b="1">
                <a:solidFill>
                  <a:schemeClr val="accent2"/>
                </a:solidFill>
              </a:defRPr>
            </a:lvl1pPr>
          </a:lstStyle>
          <a:p xmlns:a="http://schemas.openxmlformats.org/drawingml/2006/main">
            <a:pPr lvl="0">
              <a:buNone/>
            </a:pPr>
            <a:r>
              <a:t>Образец текста</a:t>
            </a:r>
          </a:p>
        </p:txBody>
      </p:sp>
      <p:sp>
        <p:nvSpPr>
          <p:cNvPr id="152" name="Текст 35">
            <a:extLst xmlns:a="http://schemas.openxmlformats.org/drawingml/2006/main">
              <a:ext uri="{FF2B5EF4-FFF2-40B4-BE49-F238E27FC236}">
                <a16:creationId xmlns:a16="http://schemas.microsoft.com/office/drawing/2014/main" id="{E6797EA4-A26A-41BA-A1AB-8E1F9B9574DE}"/>
              </a:ext>
            </a:extLst>
          </p:cNvPr>
          <p:cNvSpPr>
            <a:spLocks xmlns:a="http://schemas.openxmlformats.org/drawingml/2006/main" noGrp="1"/>
          </p:cNvSpPr>
          <p:nvPr>
            <p:ph type="body" idx="27"/>
          </p:nvPr>
        </p:nvSpPr>
        <p:spPr>
          <a:xfrm xmlns:a="http://schemas.openxmlformats.org/drawingml/2006/main">
            <a:off x="8040021" y="4244135"/>
            <a:ext cx="3812931" cy="1290596"/>
          </a:xfrm>
          <a:prstGeom xmlns:a="http://schemas.openxmlformats.org/drawingml/2006/main" prst="rect">
            <a:avLst/>
          </a:prstGeom>
        </p:spPr>
        <p:txBody>
          <a:bodyPr xmlns:a="http://schemas.openxmlformats.org/drawingml/2006/main">
            <a:normAutofit/>
          </a:bodyPr>
          <a:lstStyle xmlns:a="http://schemas.openxmlformats.org/drawingml/2006/main">
            <a:lvl1pPr>
              <a:buNone/>
              <a:defRPr sz="1400"/>
            </a:lvl1pPr>
          </a:lstStyle>
          <a:p xmlns:a="http://schemas.openxmlformats.org/drawingml/2006/main">
            <a:pPr lvl="0">
              <a:buNone/>
            </a:pPr>
            <a:r>
              <a:t>Образец текста</a:t>
            </a:r>
          </a:p>
        </p:txBody>
      </p:sp>
      <p:cxnSp>
        <p:nvCxnSpPr>
          <p:cNvPr id="168" name="Google Shape;2799;p94">
            <a:extLst xmlns:a="http://schemas.openxmlformats.org/drawingml/2006/main">
              <a:ext uri="{FF2B5EF4-FFF2-40B4-BE49-F238E27FC236}">
                <a16:creationId xmlns:a16="http://schemas.microsoft.com/office/drawing/2014/main" id="{8FE5409E-CD2F-4C49-90E5-0FC049C4B778}"/>
              </a:ext>
            </a:extLst>
          </p:cNvPr>
          <p:cNvCxnSpPr/>
          <p:nvPr/>
        </p:nvCxnSpPr>
        <p:spPr>
          <a:xfrm xmlns:a="http://schemas.openxmlformats.org/drawingml/2006/main">
            <a:off x="4244694" y="1870413"/>
            <a:ext cx="686698" cy="0"/>
          </a:xfrm>
          <a:prstGeom xmlns:a="http://schemas.openxmlformats.org/drawingml/2006/main" prst="straightConnector1">
            <a:avLst/>
          </a:prstGeom>
          <a:ln xmlns:a="http://schemas.openxmlformats.org/drawingml/2006/main" w="25400" cap="flat">
            <a:solidFill>
              <a:schemeClr val="accent1"/>
            </a:solidFill>
            <a:prstDash val="solid"/>
            <a:round/>
            <a:headEnd type="none" w="med" len="med"/>
            <a:tailEnd type="none" w="med" len="med"/>
          </a:ln>
        </p:spPr>
      </p:cxnSp>
      <p:cxnSp>
        <p:nvCxnSpPr>
          <p:cNvPr id="169" name="Google Shape;2799;p94">
            <a:extLst xmlns:a="http://schemas.openxmlformats.org/drawingml/2006/main">
              <a:ext uri="{FF2B5EF4-FFF2-40B4-BE49-F238E27FC236}">
                <a16:creationId xmlns:a16="http://schemas.microsoft.com/office/drawing/2014/main" id="{A8C6AB5A-2E02-424A-A9BB-18FEB80E893E}"/>
              </a:ext>
            </a:extLst>
          </p:cNvPr>
          <p:cNvCxnSpPr/>
          <p:nvPr/>
        </p:nvCxnSpPr>
        <p:spPr>
          <a:xfrm xmlns:a="http://schemas.openxmlformats.org/drawingml/2006/main">
            <a:off x="4244694" y="4094630"/>
            <a:ext cx="686698" cy="0"/>
          </a:xfrm>
          <a:prstGeom xmlns:a="http://schemas.openxmlformats.org/drawingml/2006/main" prst="straightConnector1">
            <a:avLst/>
          </a:prstGeom>
          <a:ln xmlns:a="http://schemas.openxmlformats.org/drawingml/2006/main" w="25400" cap="flat">
            <a:solidFill>
              <a:schemeClr val="accent5"/>
            </a:solidFill>
            <a:prstDash val="solid"/>
            <a:round/>
            <a:headEnd type="none" w="med" len="med"/>
            <a:tailEnd type="none" w="med" len="med"/>
          </a:ln>
        </p:spPr>
      </p:cxnSp>
      <p:cxnSp>
        <p:nvCxnSpPr>
          <p:cNvPr id="170" name="Google Shape;2799;p94">
            <a:extLst xmlns:a="http://schemas.openxmlformats.org/drawingml/2006/main">
              <a:ext uri="{FF2B5EF4-FFF2-40B4-BE49-F238E27FC236}">
                <a16:creationId xmlns:a16="http://schemas.microsoft.com/office/drawing/2014/main" id="{54F5D04D-ECFE-415E-8398-B40470CA138C}"/>
              </a:ext>
            </a:extLst>
          </p:cNvPr>
          <p:cNvCxnSpPr/>
          <p:nvPr/>
        </p:nvCxnSpPr>
        <p:spPr>
          <a:xfrm xmlns:a="http://schemas.openxmlformats.org/drawingml/2006/main">
            <a:off x="7250583" y="1870413"/>
            <a:ext cx="686698" cy="0"/>
          </a:xfrm>
          <a:prstGeom xmlns:a="http://schemas.openxmlformats.org/drawingml/2006/main" prst="straightConnector1">
            <a:avLst/>
          </a:prstGeom>
          <a:ln xmlns:a="http://schemas.openxmlformats.org/drawingml/2006/main" w="25400" cap="flat">
            <a:solidFill>
              <a:schemeClr val="accent5">
                <a:lumMod val="20000"/>
                <a:lumOff val="80000"/>
              </a:schemeClr>
            </a:solidFill>
            <a:prstDash val="solid"/>
            <a:round/>
            <a:headEnd type="none" w="med" len="med"/>
            <a:tailEnd type="none" w="med" len="med"/>
          </a:ln>
        </p:spPr>
      </p:cxnSp>
      <p:cxnSp>
        <p:nvCxnSpPr>
          <p:cNvPr id="171" name="Google Shape;2799;p94">
            <a:extLst xmlns:a="http://schemas.openxmlformats.org/drawingml/2006/main">
              <a:ext uri="{FF2B5EF4-FFF2-40B4-BE49-F238E27FC236}">
                <a16:creationId xmlns:a16="http://schemas.microsoft.com/office/drawing/2014/main" id="{BD743BE9-B689-4301-8D5F-FC1F509F5A8B}"/>
              </a:ext>
            </a:extLst>
          </p:cNvPr>
          <p:cNvCxnSpPr/>
          <p:nvPr/>
        </p:nvCxnSpPr>
        <p:spPr>
          <a:xfrm xmlns:a="http://schemas.openxmlformats.org/drawingml/2006/main">
            <a:off x="7250583" y="4094630"/>
            <a:ext cx="686698" cy="0"/>
          </a:xfrm>
          <a:prstGeom xmlns:a="http://schemas.openxmlformats.org/drawingml/2006/main" prst="straightConnector1">
            <a:avLst/>
          </a:prstGeom>
          <a:ln xmlns:a="http://schemas.openxmlformats.org/drawingml/2006/main" w="25400" cap="flat">
            <a:solidFill>
              <a:schemeClr val="accent3"/>
            </a:solidFill>
            <a:prstDash val="solid"/>
            <a:round/>
            <a:headEnd type="none" w="med" len="med"/>
            <a:tailEnd type="none" w="med" len="med"/>
          </a:ln>
        </p:spPr>
      </p:cxnSp>
      <p:sp>
        <p:nvSpPr>
          <p:cNvPr id="4" name="Заголовок 3">
            <a:extLst xmlns:a="http://schemas.openxmlformats.org/drawingml/2006/main">
              <a:ext uri="{FF2B5EF4-FFF2-40B4-BE49-F238E27FC236}">
                <a16:creationId xmlns:a16="http://schemas.microsoft.com/office/drawing/2014/main" id="{A19765B8-4F24-5E1F-432E-F592BFAF73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Образец заголовка</a:t>
            </a:r>
          </a:p>
        </p:txBody>
      </p:sp>
      <p:sp>
        <p:nvSpPr>
          <p:cNvPr id="9" name="Дата 8">
            <a:extLst xmlns:a="http://schemas.openxmlformats.org/drawingml/2006/main">
              <a:ext uri="{FF2B5EF4-FFF2-40B4-BE49-F238E27FC236}">
                <a16:creationId xmlns:a16="http://schemas.microsoft.com/office/drawing/2014/main" id="{E19B813A-8796-C89A-4669-BFA5CA98F24A}"/>
              </a:ext>
            </a:extLst>
          </p:cNvPr>
          <p:cNvSpPr>
            <a:spLocks xmlns:a="http://schemas.openxmlformats.org/drawingml/2006/main" noGrp="1"/>
          </p:cNvSpPr>
          <p:nvPr>
            <p:ph type="dt" idx="28"/>
          </p:nvPr>
        </p:nvSpPr>
        <p:spPr/>
        <p:txBody>
          <a:bodyPr xmlns:a="http://schemas.openxmlformats.org/drawingml/2006/main"/>
          <a:lstStyle xmlns:a="http://schemas.openxmlformats.org/drawingml/2006/main"/>
          <a:p xmlns:a="http://schemas.openxmlformats.org/drawingml/2006/main">
            <a:fld id="{9D490EE5-ED7D-46E8-8345-A78A0CB0F4A4}" type="datetime1">
              <a:t>02.10.2026</a:t>
            </a:fld>
            <a:endParaRPr/>
          </a:p>
        </p:txBody>
      </p:sp>
      <p:sp>
        <p:nvSpPr>
          <p:cNvPr id="10" name="Нижний колонтитул 9">
            <a:extLst xmlns:a="http://schemas.openxmlformats.org/drawingml/2006/main">
              <a:ext uri="{FF2B5EF4-FFF2-40B4-BE49-F238E27FC236}">
                <a16:creationId xmlns:a16="http://schemas.microsoft.com/office/drawing/2014/main" id="{2648A9B9-3888-6E59-EA1C-76276C4EE93D}"/>
              </a:ext>
            </a:extLst>
          </p:cNvPr>
          <p:cNvSpPr>
            <a:spLocks xmlns:a="http://schemas.openxmlformats.org/drawingml/2006/main" noGrp="1"/>
          </p:cNvSpPr>
          <p:nvPr>
            <p:ph type="ftr" idx="29"/>
          </p:nvPr>
        </p:nvSpPr>
        <p:spPr/>
        <p:txBody>
          <a:bodyPr xmlns:a="http://schemas.openxmlformats.org/drawingml/2006/main"/>
          <a:lstStyle xmlns:a="http://schemas.openxmlformats.org/drawingml/2006/main"/>
          <a:p xmlns:a="http://schemas.openxmlformats.org/drawingml/2006/main">
            <a:endParaRPr/>
          </a:p>
        </p:txBody>
      </p:sp>
      <p:sp>
        <p:nvSpPr>
          <p:cNvPr id="11" name="Номер слайда 10">
            <a:extLst xmlns:a="http://schemas.openxmlformats.org/drawingml/2006/main">
              <a:ext uri="{FF2B5EF4-FFF2-40B4-BE49-F238E27FC236}">
                <a16:creationId xmlns:a16="http://schemas.microsoft.com/office/drawing/2014/main" id="{0E2B1EF5-F5AA-C72A-5C4D-8EE372388A4E}"/>
              </a:ext>
            </a:extLst>
          </p:cNvPr>
          <p:cNvSpPr>
            <a:spLocks xmlns:a="http://schemas.openxmlformats.org/drawingml/2006/main" noGrp="1"/>
          </p:cNvSpPr>
          <p:nvPr>
            <p:ph type="sldNum" idx="30"/>
          </p:nvPr>
        </p:nvSpPr>
        <p:spPr/>
        <p:txBody>
          <a:bodyPr xmlns:a="http://schemas.openxmlformats.org/drawingml/2006/main"/>
          <a:lstStyle xmlns:a="http://schemas.openxmlformats.org/drawingml/2006/main"/>
          <a:p xmlns:a="http://schemas.openxmlformats.org/drawingml/2006/main">
            <a:fld id="{52DCC5B9-D646-4B76-891F-6FF4E74E9CB4}" type="slidenum">
              <a:t>‹#›</a:t>
            </a:fld>
            <a:endParaRPr/>
          </a:p>
        </p:txBody>
      </p:sp>
    </p:spTree>
  </p:cSld>
</p:sldLayout>
</file>

<file path=ppt/slideLayouts/slideLayout22.xml><?xml version="1.0" encoding="utf-8"?>
<p:sldLayout xmlns:p="http://schemas.openxmlformats.org/presentationml/2006/main" preserve="1" userDrawn="1">
  <p:cSld name="3_Демо_1">
    <p:spTree>
      <p:nvGrpSpPr>
        <p:cNvPr id="1" name=""/>
        <p:cNvGrpSpPr/>
        <p:nvPr/>
      </p:nvGrpSpPr>
      <p:grpSpPr>
        <a:xfrm xmlns:a="http://schemas.openxmlformats.org/drawingml/2006/main"/>
      </p:grpSpPr>
      <p:sp>
        <p:nvSpPr>
          <p:cNvPr id="125" name="Picture Placeholder 1">
            <a:extLst xmlns:a="http://schemas.openxmlformats.org/drawingml/2006/main">
              <a:ext uri="{FF2B5EF4-FFF2-40B4-BE49-F238E27FC236}">
                <a16:creationId xmlns:a16="http://schemas.microsoft.com/office/drawing/2014/main" id="{2E6A2544-8689-48EB-9658-2D1DE4E48784}"/>
              </a:ext>
            </a:extLst>
          </p:cNvPr>
          <p:cNvSpPr>
            <a:spLocks xmlns:a="http://schemas.openxmlformats.org/drawingml/2006/main" noGrp="1"/>
          </p:cNvSpPr>
          <p:nvPr>
            <p:ph type="pic" idx="14"/>
          </p:nvPr>
        </p:nvSpPr>
        <p:spPr>
          <a:xfrm xmlns:a="http://schemas.openxmlformats.org/drawingml/2006/main">
            <a:off x="1001460" y="1038224"/>
            <a:ext cx="1726214" cy="3657600"/>
          </a:xfrm>
          <a:prstGeom xmlns:a="http://schemas.openxmlformats.org/drawingml/2006/main" prst="roundRect">
            <a:avLst>
              <a:gd name="adj" fmla="val 12528"/>
            </a:avLst>
          </a:prstGeom>
          <a:noFill xmlns:a="http://schemas.openxmlformats.org/drawingml/2006/main"/>
        </p:spPr>
      </p:sp>
      <p:sp>
        <p:nvSpPr>
          <p:cNvPr id="75" name="Picture Placeholder 1">
            <a:extLst xmlns:a="http://schemas.openxmlformats.org/drawingml/2006/main">
              <a:ext uri="{FF2B5EF4-FFF2-40B4-BE49-F238E27FC236}">
                <a16:creationId xmlns:a16="http://schemas.microsoft.com/office/drawing/2014/main" id="{5F8A3887-CB84-43EA-BFC4-CD93F421C5F2}"/>
              </a:ext>
            </a:extLst>
          </p:cNvPr>
          <p:cNvSpPr>
            <a:spLocks xmlns:a="http://schemas.openxmlformats.org/drawingml/2006/main" noGrp="1"/>
          </p:cNvSpPr>
          <p:nvPr>
            <p:ph type="pic" idx="15"/>
          </p:nvPr>
        </p:nvSpPr>
        <p:spPr>
          <a:xfrm xmlns:a="http://schemas.openxmlformats.org/drawingml/2006/main">
            <a:off x="3831097" y="1038224"/>
            <a:ext cx="1726214" cy="3657600"/>
          </a:xfrm>
          <a:prstGeom xmlns:a="http://schemas.openxmlformats.org/drawingml/2006/main" prst="roundRect">
            <a:avLst>
              <a:gd name="adj" fmla="val 12528"/>
            </a:avLst>
          </a:prstGeom>
          <a:noFill xmlns:a="http://schemas.openxmlformats.org/drawingml/2006/main"/>
        </p:spPr>
      </p:sp>
      <p:sp>
        <p:nvSpPr>
          <p:cNvPr id="102" name="Picture Placeholder 1">
            <a:extLst xmlns:a="http://schemas.openxmlformats.org/drawingml/2006/main">
              <a:ext uri="{FF2B5EF4-FFF2-40B4-BE49-F238E27FC236}">
                <a16:creationId xmlns:a16="http://schemas.microsoft.com/office/drawing/2014/main" id="{E009EEBC-6069-4389-9953-A05FCC07FDF9}"/>
              </a:ext>
            </a:extLst>
          </p:cNvPr>
          <p:cNvSpPr>
            <a:spLocks xmlns:a="http://schemas.openxmlformats.org/drawingml/2006/main" noGrp="1"/>
          </p:cNvSpPr>
          <p:nvPr>
            <p:ph type="pic" idx="16"/>
          </p:nvPr>
        </p:nvSpPr>
        <p:spPr>
          <a:xfrm xmlns:a="http://schemas.openxmlformats.org/drawingml/2006/main">
            <a:off x="6660734" y="1038224"/>
            <a:ext cx="1726214" cy="3657600"/>
          </a:xfrm>
          <a:prstGeom xmlns:a="http://schemas.openxmlformats.org/drawingml/2006/main" prst="roundRect">
            <a:avLst>
              <a:gd name="adj" fmla="val 12528"/>
            </a:avLst>
          </a:prstGeom>
          <a:noFill xmlns:a="http://schemas.openxmlformats.org/drawingml/2006/main"/>
        </p:spPr>
      </p:sp>
      <p:sp>
        <p:nvSpPr>
          <p:cNvPr id="171" name="Picture Placeholder 1">
            <a:extLst xmlns:a="http://schemas.openxmlformats.org/drawingml/2006/main">
              <a:ext uri="{FF2B5EF4-FFF2-40B4-BE49-F238E27FC236}">
                <a16:creationId xmlns:a16="http://schemas.microsoft.com/office/drawing/2014/main" id="{16E9D3D5-A966-4770-89F5-48C9F92735FE}"/>
              </a:ext>
            </a:extLst>
          </p:cNvPr>
          <p:cNvSpPr>
            <a:spLocks xmlns:a="http://schemas.openxmlformats.org/drawingml/2006/main" noGrp="1"/>
          </p:cNvSpPr>
          <p:nvPr>
            <p:ph type="pic" idx="17"/>
          </p:nvPr>
        </p:nvSpPr>
        <p:spPr>
          <a:xfrm xmlns:a="http://schemas.openxmlformats.org/drawingml/2006/main">
            <a:off x="9490368" y="1038224"/>
            <a:ext cx="1726214" cy="3657600"/>
          </a:xfrm>
          <a:prstGeom xmlns:a="http://schemas.openxmlformats.org/drawingml/2006/main" prst="roundRect">
            <a:avLst>
              <a:gd name="adj" fmla="val 12528"/>
            </a:avLst>
          </a:prstGeom>
          <a:noFill xmlns:a="http://schemas.openxmlformats.org/drawingml/2006/main"/>
        </p:spPr>
      </p:sp>
      <p:sp>
        <p:nvSpPr>
          <p:cNvPr id="5" name="Дата 3">
            <a:extLst xmlns:a="http://schemas.openxmlformats.org/drawingml/2006/main">
              <a:ext uri="{FF2B5EF4-FFF2-40B4-BE49-F238E27FC236}">
                <a16:creationId xmlns:a16="http://schemas.microsoft.com/office/drawing/2014/main" id="{916B7A0B-21BC-45FE-AFF7-52F34B6D0F83}"/>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DC8C16AD-D907-4463-BE30-FCBB33ACAE3F}" type="datetime1">
              <a:t>02.10.2026</a:t>
            </a:fld>
            <a:endParaRPr/>
          </a:p>
        </p:txBody>
      </p:sp>
      <p:sp>
        <p:nvSpPr>
          <p:cNvPr id="6" name="Нижний колонтитул 4">
            <a:extLst xmlns:a="http://schemas.openxmlformats.org/drawingml/2006/main">
              <a:ext uri="{FF2B5EF4-FFF2-40B4-BE49-F238E27FC236}">
                <a16:creationId xmlns:a16="http://schemas.microsoft.com/office/drawing/2014/main" id="{6D393D3D-D368-4E15-8F2F-7A07229A98A8}"/>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7" name="Номер слайда 5">
            <a:extLst xmlns:a="http://schemas.openxmlformats.org/drawingml/2006/main">
              <a:ext uri="{FF2B5EF4-FFF2-40B4-BE49-F238E27FC236}">
                <a16:creationId xmlns:a16="http://schemas.microsoft.com/office/drawing/2014/main" id="{0F5F999C-FF8F-49FD-8575-A50C0300C4F5}"/>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
        <p:nvSpPr>
          <p:cNvPr id="197" name="Текст 7">
            <a:extLst xmlns:a="http://schemas.openxmlformats.org/drawingml/2006/main">
              <a:ext uri="{FF2B5EF4-FFF2-40B4-BE49-F238E27FC236}">
                <a16:creationId xmlns:a16="http://schemas.microsoft.com/office/drawing/2014/main" id="{B3D45624-8EA3-4B52-B030-A364BB470CC4}"/>
              </a:ext>
            </a:extLst>
          </p:cNvPr>
          <p:cNvSpPr>
            <a:spLocks xmlns:a="http://schemas.openxmlformats.org/drawingml/2006/main" noGrp="1"/>
          </p:cNvSpPr>
          <p:nvPr>
            <p:ph type="body" idx="18"/>
          </p:nvPr>
        </p:nvSpPr>
        <p:spPr>
          <a:xfrm xmlns:a="http://schemas.openxmlformats.org/drawingml/2006/main">
            <a:off x="346076" y="4929435"/>
            <a:ext cx="2739248" cy="1271340"/>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198" name="Текст 7">
            <a:extLst xmlns:a="http://schemas.openxmlformats.org/drawingml/2006/main">
              <a:ext uri="{FF2B5EF4-FFF2-40B4-BE49-F238E27FC236}">
                <a16:creationId xmlns:a16="http://schemas.microsoft.com/office/drawing/2014/main" id="{CA86BD45-703D-484A-9D4A-1FEA90A4808F}"/>
              </a:ext>
            </a:extLst>
          </p:cNvPr>
          <p:cNvSpPr>
            <a:spLocks xmlns:a="http://schemas.openxmlformats.org/drawingml/2006/main" noGrp="1"/>
          </p:cNvSpPr>
          <p:nvPr>
            <p:ph type="body" idx="19"/>
          </p:nvPr>
        </p:nvSpPr>
        <p:spPr>
          <a:xfrm xmlns:a="http://schemas.openxmlformats.org/drawingml/2006/main">
            <a:off x="3269562" y="4929435"/>
            <a:ext cx="2739248" cy="1271340"/>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199" name="Текст 7">
            <a:extLst xmlns:a="http://schemas.openxmlformats.org/drawingml/2006/main">
              <a:ext uri="{FF2B5EF4-FFF2-40B4-BE49-F238E27FC236}">
                <a16:creationId xmlns:a16="http://schemas.microsoft.com/office/drawing/2014/main" id="{0FE3D94F-B533-4C0D-9E9B-72F06706305C}"/>
              </a:ext>
            </a:extLst>
          </p:cNvPr>
          <p:cNvSpPr>
            <a:spLocks xmlns:a="http://schemas.openxmlformats.org/drawingml/2006/main" noGrp="1"/>
          </p:cNvSpPr>
          <p:nvPr>
            <p:ph type="body" idx="20"/>
          </p:nvPr>
        </p:nvSpPr>
        <p:spPr>
          <a:xfrm xmlns:a="http://schemas.openxmlformats.org/drawingml/2006/main">
            <a:off x="6193048" y="4929435"/>
            <a:ext cx="2739248" cy="1271340"/>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200" name="Текст 7">
            <a:extLst xmlns:a="http://schemas.openxmlformats.org/drawingml/2006/main">
              <a:ext uri="{FF2B5EF4-FFF2-40B4-BE49-F238E27FC236}">
                <a16:creationId xmlns:a16="http://schemas.microsoft.com/office/drawing/2014/main" id="{0C4A1F6E-BDC1-410D-A748-7E90C2221ED1}"/>
              </a:ext>
            </a:extLst>
          </p:cNvPr>
          <p:cNvSpPr>
            <a:spLocks xmlns:a="http://schemas.openxmlformats.org/drawingml/2006/main" noGrp="1"/>
          </p:cNvSpPr>
          <p:nvPr>
            <p:ph type="body" idx="21"/>
          </p:nvPr>
        </p:nvSpPr>
        <p:spPr>
          <a:xfrm xmlns:a="http://schemas.openxmlformats.org/drawingml/2006/main">
            <a:off x="9116535" y="4929435"/>
            <a:ext cx="2739248" cy="1271340"/>
          </a:xfrm>
        </p:spPr>
        <p:txBody>
          <a:bodyPr xmlns:a="http://schemas.openxmlformats.org/drawingml/2006/main"/>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2" name="Заголовок 1">
            <a:extLst xmlns:a="http://schemas.openxmlformats.org/drawingml/2006/main">
              <a:ext uri="{FF2B5EF4-FFF2-40B4-BE49-F238E27FC236}">
                <a16:creationId xmlns:a16="http://schemas.microsoft.com/office/drawing/2014/main" id="{D008DEFE-D4AF-4461-AEAA-AABBFA1473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Образец заголовка</a:t>
            </a:r>
          </a:p>
        </p:txBody>
      </p:sp>
    </p:spTree>
  </p:cSld>
</p:sldLayout>
</file>

<file path=ppt/slideLayouts/slideLayout23.xml><?xml version="1.0" encoding="utf-8"?>
<p:sldLayout xmlns:p="http://schemas.openxmlformats.org/presentationml/2006/main" userDrawn="1">
  <p:cSld name="Пустой">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76f620b56a3841ca" /><Relationship Type="http://schemas.openxmlformats.org/officeDocument/2006/relationships/theme" Target="/ppt/slideMasters/theme/theme2.xml" Id="R6ae25e3326d84a58" /><Relationship Type="http://schemas.openxmlformats.org/officeDocument/2006/relationships/slideLayout" Target="/ppt/slideLayouts/slideLayout1.xml" Id="R7f8ebf0d5ae84bab" /><Relationship Type="http://schemas.openxmlformats.org/officeDocument/2006/relationships/slideLayout" Target="/ppt/slideLayouts/slideLayout2.xml" Id="Rb5e6c4294fa44c75" /><Relationship Type="http://schemas.openxmlformats.org/officeDocument/2006/relationships/slideLayout" Target="/ppt/slideLayouts/slideLayout3.xml" Id="Ra25d2b061af145b0" /><Relationship Type="http://schemas.openxmlformats.org/officeDocument/2006/relationships/slideLayout" Target="/ppt/slideLayouts/slideLayout4.xml" Id="R87d6652831944005" /><Relationship Type="http://schemas.openxmlformats.org/officeDocument/2006/relationships/slideLayout" Target="/ppt/slideLayouts/slideLayout5.xml" Id="R314f95e4eba64374" /><Relationship Type="http://schemas.openxmlformats.org/officeDocument/2006/relationships/slideLayout" Target="/ppt/slideLayouts/slideLayout6.xml" Id="Rb79fd9009e2e45ea" /><Relationship Type="http://schemas.openxmlformats.org/officeDocument/2006/relationships/slideLayout" Target="/ppt/slideLayouts/slideLayout7.xml" Id="R1d0f14b9fd1244cc" /><Relationship Type="http://schemas.openxmlformats.org/officeDocument/2006/relationships/slideLayout" Target="/ppt/slideLayouts/slideLayout8.xml" Id="R5ba2bf2e2bfe4c1c" /><Relationship Type="http://schemas.openxmlformats.org/officeDocument/2006/relationships/slideLayout" Target="/ppt/slideLayouts/slideLayout9.xml" Id="R74281702e0fa4efc" /><Relationship Type="http://schemas.openxmlformats.org/officeDocument/2006/relationships/slideLayout" Target="/ppt/slideLayouts/slideLayout10.xml" Id="R7c480139a553493a" /><Relationship Type="http://schemas.openxmlformats.org/officeDocument/2006/relationships/slideLayout" Target="/ppt/slideLayouts/slideLayout11.xml" Id="R7bf61d8dbbfb4667" /><Relationship Type="http://schemas.openxmlformats.org/officeDocument/2006/relationships/slideLayout" Target="/ppt/slideLayouts/slideLayout12.xml" Id="Rc46684af16a24792" /><Relationship Type="http://schemas.openxmlformats.org/officeDocument/2006/relationships/slideLayout" Target="/ppt/slideLayouts/slideLayout13.xml" Id="Rf00cd3beb9384294" /><Relationship Type="http://schemas.openxmlformats.org/officeDocument/2006/relationships/slideLayout" Target="/ppt/slideLayouts/slideLayout14.xml" Id="Rea4657b0224e4129" /><Relationship Type="http://schemas.openxmlformats.org/officeDocument/2006/relationships/slideLayout" Target="/ppt/slideLayouts/slideLayout15.xml" Id="R14b11ded94004535" /><Relationship Type="http://schemas.openxmlformats.org/officeDocument/2006/relationships/slideLayout" Target="/ppt/slideLayouts/slideLayout16.xml" Id="Rd9695e0b111b4ebc" /><Relationship Type="http://schemas.openxmlformats.org/officeDocument/2006/relationships/slideLayout" Target="/ppt/slideLayouts/slideLayout17.xml" Id="R59ffa00a6cf34e6a" /><Relationship Type="http://schemas.openxmlformats.org/officeDocument/2006/relationships/slideLayout" Target="/ppt/slideLayouts/slideLayout18.xml" Id="R0ea56b60c6b44717" /><Relationship Type="http://schemas.openxmlformats.org/officeDocument/2006/relationships/slideLayout" Target="/ppt/slideLayouts/slideLayout19.xml" Id="R4bcd337fa2054d76" /><Relationship Type="http://schemas.openxmlformats.org/officeDocument/2006/relationships/slideLayout" Target="/ppt/slideLayouts/slideLayout20.xml" Id="R21e74afaf6bf477b" /><Relationship Type="http://schemas.openxmlformats.org/officeDocument/2006/relationships/slideLayout" Target="/ppt/slideLayouts/slideLayout21.xml" Id="R8e58ea96fdd0436c" /><Relationship Type="http://schemas.openxmlformats.org/officeDocument/2006/relationships/slideLayout" Target="/ppt/slideLayouts/slideLayout22.xml" Id="Refea1a3333274ce6" /><Relationship Type="http://schemas.openxmlformats.org/officeDocument/2006/relationships/slideLayout" Target="/ppt/slideLayouts/slideLayout23.xml" Id="Rabb45e42c41647cc"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76f620b56a3841ca">
            <a:lum/>
          </a:blip>
          <a:srcRect l="0" t="0" r="0" b="0"/>
          <a:stretch>
            <a:fillRect l="0" t="0" r="0" b="0"/>
          </a:stretch>
        </a:blipFill>
      </p:bgPr>
    </p:bg>
    <p:spTree>
      <p:nvGrpSpPr>
        <p:cNvPr id="1" name=""/>
        <p:cNvGrpSpPr/>
        <p:nvPr/>
      </p:nvGrpSpPr>
      <p:grpSpPr>
        <a:xfrm xmlns:a="http://schemas.openxmlformats.org/drawingml/2006/main"/>
      </p:grpSpPr>
      <p:sp>
        <p:nvSpPr>
          <p:cNvPr id="2" name="Заголовок 1">
            <a:extLst xmlns:a="http://schemas.openxmlformats.org/drawingml/2006/main">
              <a:ext uri="{FF2B5EF4-FFF2-40B4-BE49-F238E27FC236}">
                <a16:creationId xmlns:a16="http://schemas.microsoft.com/office/drawing/2014/main" id="{F2BCE23A-38F1-44E4-8D99-E9CD24A3AF81}"/>
              </a:ext>
            </a:extLst>
          </p:cNvPr>
          <p:cNvSpPr>
            <a:spLocks xmlns:a="http://schemas.openxmlformats.org/drawingml/2006/main" noGrp="1"/>
          </p:cNvSpPr>
          <p:nvPr>
            <p:ph type="title" idx="0"/>
          </p:nvPr>
        </p:nvSpPr>
        <p:spPr>
          <a:xfrm xmlns:a="http://schemas.openxmlformats.org/drawingml/2006/main">
            <a:off x="346075" y="421226"/>
            <a:ext cx="9862734" cy="376138"/>
          </a:xfrm>
          <a:prstGeom xmlns:a="http://schemas.openxmlformats.org/drawingml/2006/main" prst="rect">
            <a:avLst/>
          </a:prstGeom>
        </p:spPr>
        <p:txBody>
          <a:bodyPr xmlns:a="http://schemas.openxmlformats.org/drawingml/2006/main" vert="horz" lIns="91440" tIns="45720" rIns="91440" bIns="45720" anchor="b">
            <a:noAutofit/>
          </a:bodyPr>
          <a:lstStyle xmlns:a="http://schemas.openxmlformats.org/drawingml/2006/main"/>
          <a:p xmlns:a="http://schemas.openxmlformats.org/drawingml/2006/main">
            <a:r>
              <a:t>ОБРАЗЕЦ ЗАГОЛОВКА</a:t>
            </a:r>
          </a:p>
        </p:txBody>
      </p:sp>
      <p:sp>
        <p:nvSpPr>
          <p:cNvPr id="3" name="Текст 2">
            <a:extLst xmlns:a="http://schemas.openxmlformats.org/drawingml/2006/main">
              <a:ext uri="{FF2B5EF4-FFF2-40B4-BE49-F238E27FC236}">
                <a16:creationId xmlns:a16="http://schemas.microsoft.com/office/drawing/2014/main" id="{36EAD268-7E0C-4473-BF2C-A75921B98BC7}"/>
              </a:ext>
            </a:extLst>
          </p:cNvPr>
          <p:cNvSpPr>
            <a:spLocks xmlns:a="http://schemas.openxmlformats.org/drawingml/2006/main" noGrp="1"/>
          </p:cNvSpPr>
          <p:nvPr>
            <p:ph type="body" idx="1"/>
          </p:nvPr>
        </p:nvSpPr>
        <p:spPr>
          <a:xfrm xmlns:a="http://schemas.openxmlformats.org/drawingml/2006/main">
            <a:off x="315392" y="1016177"/>
            <a:ext cx="11561229" cy="516079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Образец текста</a:t>
            </a:r>
          </a:p>
          <a:p xmlns:a="http://schemas.openxmlformats.org/drawingml/2006/main">
            <a:pPr lvl="1">
              <a:buNone/>
            </a:pPr>
            <a:r>
              <a:t>Второй уровень</a:t>
            </a:r>
          </a:p>
          <a:p xmlns:a="http://schemas.openxmlformats.org/drawingml/2006/main">
            <a:pPr lvl="2">
              <a:buNone/>
            </a:pPr>
            <a:r>
              <a:t>Третий уровень</a:t>
            </a:r>
          </a:p>
          <a:p xmlns:a="http://schemas.openxmlformats.org/drawingml/2006/main">
            <a:pPr lvl="3">
              <a:buNone/>
            </a:pPr>
            <a:r>
              <a:t>Четвертый уровень</a:t>
            </a:r>
          </a:p>
          <a:p xmlns:a="http://schemas.openxmlformats.org/drawingml/2006/main">
            <a:pPr lvl="4">
              <a:buNone/>
            </a:pPr>
            <a:r>
              <a:t>Пятый уровень</a:t>
            </a:r>
          </a:p>
        </p:txBody>
      </p:sp>
      <p:sp>
        <p:nvSpPr>
          <p:cNvPr id="4" name="Дата 3">
            <a:extLst xmlns:a="http://schemas.openxmlformats.org/drawingml/2006/main">
              <a:ext uri="{FF2B5EF4-FFF2-40B4-BE49-F238E27FC236}">
                <a16:creationId xmlns:a16="http://schemas.microsoft.com/office/drawing/2014/main" id="{D905FB47-C828-44E8-81A6-7D70F28691C7}"/>
              </a:ext>
            </a:extLst>
          </p:cNvPr>
          <p:cNvSpPr>
            <a:spLocks xmlns:a="http://schemas.openxmlformats.org/drawingml/2006/main" noGrp="1"/>
          </p:cNvSpPr>
          <p:nvPr>
            <p:ph type="dt" idx="2"/>
          </p:nvPr>
        </p:nvSpPr>
        <p:spPr>
          <a:xfrm xmlns:a="http://schemas.openxmlformats.org/drawingml/2006/main">
            <a:off x="306390" y="6356362"/>
            <a:ext cx="1047663"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60">
                <a:solidFill>
                  <a:schemeClr val="bg1">
                    <a:lumMod val="95000"/>
                  </a:schemeClr>
                </a:solidFill>
              </a:defRPr>
            </a:lvl1pPr>
          </a:lstStyle>
          <a:p xmlns:a="http://schemas.openxmlformats.org/drawingml/2006/main">
            <a:fld id="{9D490EE5-ED7D-46E8-8345-A78A0CB0F4A4}" type="datetime1">
              <a:t>02.10.2026</a:t>
            </a:fld>
            <a:endParaRPr/>
          </a:p>
        </p:txBody>
      </p:sp>
      <p:sp>
        <p:nvSpPr>
          <p:cNvPr id="5" name="Нижний колонтитул 4">
            <a:extLst xmlns:a="http://schemas.openxmlformats.org/drawingml/2006/main">
              <a:ext uri="{FF2B5EF4-FFF2-40B4-BE49-F238E27FC236}">
                <a16:creationId xmlns:a16="http://schemas.microsoft.com/office/drawing/2014/main" id="{738C8EAA-BD95-4729-8C84-AB6D45F44AA3}"/>
              </a:ext>
            </a:extLst>
          </p:cNvPr>
          <p:cNvSpPr>
            <a:spLocks xmlns:a="http://schemas.openxmlformats.org/drawingml/2006/main" noGrp="1"/>
          </p:cNvSpPr>
          <p:nvPr>
            <p:ph type="ftr" idx="3"/>
          </p:nvPr>
        </p:nvSpPr>
        <p:spPr>
          <a:xfrm xmlns:a="http://schemas.openxmlformats.org/drawingml/2006/main">
            <a:off x="1459571" y="6356362"/>
            <a:ext cx="957478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60">
                <a:solidFill>
                  <a:schemeClr val="bg1">
                    <a:lumMod val="95000"/>
                  </a:schemeClr>
                </a:solidFill>
              </a:defRPr>
            </a:lvl1pPr>
          </a:lstStyle>
          <a:p xmlns:a="http://schemas.openxmlformats.org/drawingml/2006/main">
            <a:endParaRPr/>
          </a:p>
        </p:txBody>
      </p:sp>
      <p:sp>
        <p:nvSpPr>
          <p:cNvPr id="15" name="Номер слайда 5">
            <a:extLst xmlns:a="http://schemas.openxmlformats.org/drawingml/2006/main">
              <a:ext uri="{FF2B5EF4-FFF2-40B4-BE49-F238E27FC236}">
                <a16:creationId xmlns:a16="http://schemas.microsoft.com/office/drawing/2014/main" id="{797EBB71-A16C-4900-8120-78386F05C8E8}"/>
              </a:ext>
            </a:extLst>
          </p:cNvPr>
          <p:cNvSpPr>
            <a:spLocks xmlns:a="http://schemas.openxmlformats.org/drawingml/2006/main" noGrp="1"/>
          </p:cNvSpPr>
          <p:nvPr>
            <p:ph type="sldNum" idx="4"/>
          </p:nvPr>
        </p:nvSpPr>
        <p:spPr>
          <a:xfrm xmlns:a="http://schemas.openxmlformats.org/drawingml/2006/main">
            <a:off x="11413507" y="6356358"/>
            <a:ext cx="55911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bg1">
                    <a:lumMod val="95000"/>
                  </a:schemeClr>
                </a:solidFill>
              </a:defRPr>
            </a:lvl1pPr>
          </a:lstStyle>
          <a:p xmlns:a="http://schemas.openxmlformats.org/drawingml/2006/main">
            <a:fld id="{52DCC5B9-D646-4B76-891F-6FF4E74E9CB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8ebf0d5ae84bab"/>
    <p:sldLayoutId xmlns:r="http://schemas.openxmlformats.org/officeDocument/2006/relationships" id="2147483650" r:id="Rb5e6c4294fa44c75"/>
    <p:sldLayoutId xmlns:r="http://schemas.openxmlformats.org/officeDocument/2006/relationships" id="2147483651" r:id="Ra25d2b061af145b0"/>
    <p:sldLayoutId xmlns:r="http://schemas.openxmlformats.org/officeDocument/2006/relationships" id="2147483652" r:id="R87d6652831944005"/>
    <p:sldLayoutId xmlns:r="http://schemas.openxmlformats.org/officeDocument/2006/relationships" id="2147483653" r:id="R314f95e4eba64374"/>
    <p:sldLayoutId xmlns:r="http://schemas.openxmlformats.org/officeDocument/2006/relationships" id="2147483654" r:id="Rb79fd9009e2e45ea"/>
    <p:sldLayoutId xmlns:r="http://schemas.openxmlformats.org/officeDocument/2006/relationships" id="2147483655" r:id="R1d0f14b9fd1244cc"/>
    <p:sldLayoutId xmlns:r="http://schemas.openxmlformats.org/officeDocument/2006/relationships" id="2147483656" r:id="R5ba2bf2e2bfe4c1c"/>
    <p:sldLayoutId xmlns:r="http://schemas.openxmlformats.org/officeDocument/2006/relationships" id="2147483657" r:id="R74281702e0fa4efc"/>
    <p:sldLayoutId xmlns:r="http://schemas.openxmlformats.org/officeDocument/2006/relationships" id="2147483658" r:id="R7c480139a553493a"/>
    <p:sldLayoutId xmlns:r="http://schemas.openxmlformats.org/officeDocument/2006/relationships" id="2147483659" r:id="R7bf61d8dbbfb4667"/>
    <p:sldLayoutId xmlns:r="http://schemas.openxmlformats.org/officeDocument/2006/relationships" id="2147483660" r:id="Rc46684af16a24792"/>
    <p:sldLayoutId xmlns:r="http://schemas.openxmlformats.org/officeDocument/2006/relationships" id="2147483661" r:id="Rf00cd3beb9384294"/>
    <p:sldLayoutId xmlns:r="http://schemas.openxmlformats.org/officeDocument/2006/relationships" id="2147483662" r:id="Rea4657b0224e4129"/>
    <p:sldLayoutId xmlns:r="http://schemas.openxmlformats.org/officeDocument/2006/relationships" id="2147483663" r:id="R14b11ded94004535"/>
    <p:sldLayoutId xmlns:r="http://schemas.openxmlformats.org/officeDocument/2006/relationships" id="2147483664" r:id="Rd9695e0b111b4ebc"/>
    <p:sldLayoutId xmlns:r="http://schemas.openxmlformats.org/officeDocument/2006/relationships" id="2147483665" r:id="R59ffa00a6cf34e6a"/>
    <p:sldLayoutId xmlns:r="http://schemas.openxmlformats.org/officeDocument/2006/relationships" id="2147483666" r:id="R0ea56b60c6b44717"/>
    <p:sldLayoutId xmlns:r="http://schemas.openxmlformats.org/officeDocument/2006/relationships" id="2147483667" r:id="R4bcd337fa2054d76"/>
    <p:sldLayoutId xmlns:r="http://schemas.openxmlformats.org/officeDocument/2006/relationships" id="2147483668" r:id="R21e74afaf6bf477b"/>
    <p:sldLayoutId xmlns:r="http://schemas.openxmlformats.org/officeDocument/2006/relationships" id="2147483669" r:id="R8e58ea96fdd0436c"/>
    <p:sldLayoutId xmlns:r="http://schemas.openxmlformats.org/officeDocument/2006/relationships" id="2147483670" r:id="Refea1a3333274ce6"/>
    <p:sldLayoutId xmlns:r="http://schemas.openxmlformats.org/officeDocument/2006/relationships" id="2147483671" r:id="Rabb45e42c41647cc"/>
  </p:sldLayoutIdLst>
  <p:hf hdr="0" ftr="0" dt="0"/>
  <p:txStyles>
    <p:titleStyle>
      <a:lvl1pPr xmlns:a="http://schemas.openxmlformats.org/drawingml/2006/main" algn="l" defTabSz="578755">
        <a:lnSpc>
          <a:spcPct val="90000"/>
        </a:lnSpc>
        <a:spcBef>
          <a:spcPct val="0"/>
        </a:spcBef>
        <a:buNone/>
        <a:defRPr sz="1997" b="1" kern="1200">
          <a:solidFill>
            <a:schemeClr val="bg1">
              <a:lumMod val="95000"/>
            </a:schemeClr>
          </a:solidFill>
          <a:latin typeface="+mj-lt"/>
          <a:ea typeface="+mj-lt"/>
          <a:cs typeface="+mj-lt"/>
        </a:defRPr>
      </a:lvl1pPr>
    </p:titleStyle>
    <p:bodyStyle>
      <a:lvl1pPr xmlns:a="http://schemas.openxmlformats.org/drawingml/2006/main" marL="144688" indent="-144688" algn="l" defTabSz="578755">
        <a:lnSpc>
          <a:spcPct val="90000"/>
        </a:lnSpc>
        <a:spcBef>
          <a:spcPts val="631"/>
        </a:spcBef>
        <a:buFont typeface="Arial"/>
        <a:buChar char="•"/>
        <a:defRPr sz="1452" kern="1200">
          <a:solidFill>
            <a:schemeClr val="bg1">
              <a:lumMod val="95000"/>
            </a:schemeClr>
          </a:solidFill>
          <a:latin typeface="+mn-lt"/>
          <a:ea typeface="+mn-lt"/>
          <a:cs typeface="+mn-lt"/>
        </a:defRPr>
      </a:lvl1pPr>
      <a:lvl2pPr xmlns:a="http://schemas.openxmlformats.org/drawingml/2006/main" marL="434067" indent="-144688" algn="l" defTabSz="578755">
        <a:lnSpc>
          <a:spcPct val="90000"/>
        </a:lnSpc>
        <a:spcBef>
          <a:spcPts val="317"/>
        </a:spcBef>
        <a:buFont typeface="Arial"/>
        <a:buChar char="•"/>
        <a:defRPr sz="1271" kern="1200">
          <a:solidFill>
            <a:schemeClr val="bg1">
              <a:lumMod val="95000"/>
            </a:schemeClr>
          </a:solidFill>
          <a:latin typeface="+mn-lt"/>
          <a:ea typeface="+mn-lt"/>
          <a:cs typeface="+mn-lt"/>
        </a:defRPr>
      </a:lvl2pPr>
      <a:lvl3pPr xmlns:a="http://schemas.openxmlformats.org/drawingml/2006/main" marL="723445" indent="-144688" algn="l" defTabSz="578755">
        <a:lnSpc>
          <a:spcPct val="90000"/>
        </a:lnSpc>
        <a:spcBef>
          <a:spcPts val="317"/>
        </a:spcBef>
        <a:buFont typeface="Arial"/>
        <a:buChar char="•"/>
        <a:defRPr sz="997" kern="1200">
          <a:solidFill>
            <a:schemeClr val="bg1">
              <a:lumMod val="95000"/>
            </a:schemeClr>
          </a:solidFill>
          <a:latin typeface="+mn-lt"/>
          <a:ea typeface="+mn-lt"/>
          <a:cs typeface="+mn-lt"/>
        </a:defRPr>
      </a:lvl3pPr>
      <a:lvl4pPr xmlns:a="http://schemas.openxmlformats.org/drawingml/2006/main" marL="1012822" indent="-144688" algn="l" defTabSz="578755">
        <a:lnSpc>
          <a:spcPct val="90000"/>
        </a:lnSpc>
        <a:spcBef>
          <a:spcPts val="317"/>
        </a:spcBef>
        <a:buFont typeface="Arial"/>
        <a:buChar char="•"/>
        <a:defRPr sz="907" kern="1200">
          <a:solidFill>
            <a:schemeClr val="bg1">
              <a:lumMod val="95000"/>
            </a:schemeClr>
          </a:solidFill>
          <a:latin typeface="+mn-lt"/>
          <a:ea typeface="+mn-lt"/>
          <a:cs typeface="+mn-lt"/>
        </a:defRPr>
      </a:lvl4pPr>
      <a:lvl5pPr xmlns:a="http://schemas.openxmlformats.org/drawingml/2006/main" marL="1302200" indent="-144688" algn="l" defTabSz="578755">
        <a:lnSpc>
          <a:spcPct val="90000"/>
        </a:lnSpc>
        <a:spcBef>
          <a:spcPts val="317"/>
        </a:spcBef>
        <a:buFont typeface="Arial"/>
        <a:buChar char="•"/>
        <a:defRPr sz="907" kern="1200">
          <a:solidFill>
            <a:schemeClr val="bg1">
              <a:lumMod val="95000"/>
            </a:schemeClr>
          </a:solidFill>
          <a:latin typeface="+mn-lt"/>
          <a:ea typeface="+mn-lt"/>
          <a:cs typeface="+mn-lt"/>
        </a:defRPr>
      </a:lvl5pPr>
      <a:lvl6pPr xmlns:a="http://schemas.openxmlformats.org/drawingml/2006/main" marL="1591576" indent="-144688" algn="l" defTabSz="578755">
        <a:lnSpc>
          <a:spcPct val="90000"/>
        </a:lnSpc>
        <a:spcBef>
          <a:spcPts val="317"/>
        </a:spcBef>
        <a:buFont typeface="Arial"/>
        <a:buChar char="•"/>
        <a:defRPr sz="1141" kern="1200">
          <a:solidFill>
            <a:schemeClr val="tx1"/>
          </a:solidFill>
          <a:latin typeface="+mn-lt"/>
          <a:ea typeface="+mn-lt"/>
          <a:cs typeface="+mn-lt"/>
        </a:defRPr>
      </a:lvl6pPr>
      <a:lvl7pPr xmlns:a="http://schemas.openxmlformats.org/drawingml/2006/main" marL="1880955" indent="-144688" algn="l" defTabSz="578755">
        <a:lnSpc>
          <a:spcPct val="90000"/>
        </a:lnSpc>
        <a:spcBef>
          <a:spcPts val="317"/>
        </a:spcBef>
        <a:buFont typeface="Arial"/>
        <a:buChar char="•"/>
        <a:defRPr sz="1141" kern="1200">
          <a:solidFill>
            <a:schemeClr val="tx1"/>
          </a:solidFill>
          <a:latin typeface="+mn-lt"/>
          <a:ea typeface="+mn-lt"/>
          <a:cs typeface="+mn-lt"/>
        </a:defRPr>
      </a:lvl7pPr>
      <a:lvl8pPr xmlns:a="http://schemas.openxmlformats.org/drawingml/2006/main" marL="2170334" indent="-144688" algn="l" defTabSz="578755">
        <a:lnSpc>
          <a:spcPct val="90000"/>
        </a:lnSpc>
        <a:spcBef>
          <a:spcPts val="317"/>
        </a:spcBef>
        <a:buFont typeface="Arial"/>
        <a:buChar char="•"/>
        <a:defRPr sz="1141" kern="1200">
          <a:solidFill>
            <a:schemeClr val="tx1"/>
          </a:solidFill>
          <a:latin typeface="+mn-lt"/>
          <a:ea typeface="+mn-lt"/>
          <a:cs typeface="+mn-lt"/>
        </a:defRPr>
      </a:lvl8pPr>
      <a:lvl9pPr xmlns:a="http://schemas.openxmlformats.org/drawingml/2006/main" marL="2459712" indent="-144688" algn="l" defTabSz="578755">
        <a:lnSpc>
          <a:spcPct val="90000"/>
        </a:lnSpc>
        <a:spcBef>
          <a:spcPts val="317"/>
        </a:spcBef>
        <a:buFont typeface="Arial"/>
        <a:buChar char="•"/>
        <a:defRPr sz="1141" kern="1200">
          <a:solidFill>
            <a:schemeClr val="tx1"/>
          </a:solidFill>
          <a:latin typeface="+mn-lt"/>
          <a:ea typeface="+mn-lt"/>
          <a:cs typeface="+mn-lt"/>
        </a:defRPr>
      </a:lvl9pPr>
    </p:bodyStyle>
    <p:otherStyle>
      <a:lvl1pPr xmlns:a="http://schemas.openxmlformats.org/drawingml/2006/main" marL="0" algn="l" defTabSz="578755">
        <a:buNone/>
        <a:defRPr sz="1141" kern="1200">
          <a:solidFill>
            <a:schemeClr val="tx1"/>
          </a:solidFill>
          <a:latin typeface="+mn-lt"/>
          <a:ea typeface="+mn-lt"/>
          <a:cs typeface="+mn-lt"/>
        </a:defRPr>
      </a:lvl1pPr>
      <a:lvl2pPr xmlns:a="http://schemas.openxmlformats.org/drawingml/2006/main" marL="289378" algn="l" defTabSz="578755">
        <a:buNone/>
        <a:defRPr sz="1141" kern="1200">
          <a:solidFill>
            <a:schemeClr val="tx1"/>
          </a:solidFill>
          <a:latin typeface="+mn-lt"/>
          <a:ea typeface="+mn-lt"/>
          <a:cs typeface="+mn-lt"/>
        </a:defRPr>
      </a:lvl2pPr>
      <a:lvl3pPr xmlns:a="http://schemas.openxmlformats.org/drawingml/2006/main" marL="578755" algn="l" defTabSz="578755">
        <a:buNone/>
        <a:defRPr sz="1141" kern="1200">
          <a:solidFill>
            <a:schemeClr val="tx1"/>
          </a:solidFill>
          <a:latin typeface="+mn-lt"/>
          <a:ea typeface="+mn-lt"/>
          <a:cs typeface="+mn-lt"/>
        </a:defRPr>
      </a:lvl3pPr>
      <a:lvl4pPr xmlns:a="http://schemas.openxmlformats.org/drawingml/2006/main" marL="868132" algn="l" defTabSz="578755">
        <a:buNone/>
        <a:defRPr sz="1141" kern="1200">
          <a:solidFill>
            <a:schemeClr val="tx1"/>
          </a:solidFill>
          <a:latin typeface="+mn-lt"/>
          <a:ea typeface="+mn-lt"/>
          <a:cs typeface="+mn-lt"/>
        </a:defRPr>
      </a:lvl4pPr>
      <a:lvl5pPr xmlns:a="http://schemas.openxmlformats.org/drawingml/2006/main" marL="1157510" algn="l" defTabSz="578755">
        <a:buNone/>
        <a:defRPr sz="1141" kern="1200">
          <a:solidFill>
            <a:schemeClr val="tx1"/>
          </a:solidFill>
          <a:latin typeface="+mn-lt"/>
          <a:ea typeface="+mn-lt"/>
          <a:cs typeface="+mn-lt"/>
        </a:defRPr>
      </a:lvl5pPr>
      <a:lvl6pPr xmlns:a="http://schemas.openxmlformats.org/drawingml/2006/main" marL="1446887" algn="l" defTabSz="578755">
        <a:buNone/>
        <a:defRPr sz="1141" kern="1200">
          <a:solidFill>
            <a:schemeClr val="tx1"/>
          </a:solidFill>
          <a:latin typeface="+mn-lt"/>
          <a:ea typeface="+mn-lt"/>
          <a:cs typeface="+mn-lt"/>
        </a:defRPr>
      </a:lvl6pPr>
      <a:lvl7pPr xmlns:a="http://schemas.openxmlformats.org/drawingml/2006/main" marL="1736266" algn="l" defTabSz="578755">
        <a:buNone/>
        <a:defRPr sz="1141" kern="1200">
          <a:solidFill>
            <a:schemeClr val="tx1"/>
          </a:solidFill>
          <a:latin typeface="+mn-lt"/>
          <a:ea typeface="+mn-lt"/>
          <a:cs typeface="+mn-lt"/>
        </a:defRPr>
      </a:lvl7pPr>
      <a:lvl8pPr xmlns:a="http://schemas.openxmlformats.org/drawingml/2006/main" marL="2025644" algn="l" defTabSz="578755">
        <a:buNone/>
        <a:defRPr sz="1141" kern="1200">
          <a:solidFill>
            <a:schemeClr val="tx1"/>
          </a:solidFill>
          <a:latin typeface="+mn-lt"/>
          <a:ea typeface="+mn-lt"/>
          <a:cs typeface="+mn-lt"/>
        </a:defRPr>
      </a:lvl8pPr>
      <a:lvl9pPr xmlns:a="http://schemas.openxmlformats.org/drawingml/2006/main" marL="2315021" algn="l" defTabSz="578755">
        <a:buNone/>
        <a:defRPr sz="1141" kern="1200">
          <a:solidFill>
            <a:schemeClr val="tx1"/>
          </a:solidFill>
          <a:latin typeface="+mn-lt"/>
          <a:ea typeface="+mn-lt"/>
          <a:cs typeface="+mn-lt"/>
        </a:defRPr>
      </a:lvl9pPr>
    </p:otherStyle>
  </p:txStyles>
  <p:extLst>
    <p:ext uri="{27BBF7A9-308A-43DC-89C8-2F10F3537804}">
      <p15:sldGuideLst xmlns:p15="http://schemas.microsoft.com/office/powerpoint/2012/main">
        <p15:guide id="19" orient="horz" pos="4156">
          <p15:clr>
            <a:srgbClr xmlns:a="http://schemas.openxmlformats.org/drawingml/2006/main" val="F26B43"/>
          </p15:clr>
        </p15:guide>
        <p15:guide id="20" orient="horz" pos="482">
          <p15:clr>
            <a:srgbClr xmlns:a="http://schemas.openxmlformats.org/drawingml/2006/main" val="F26B43"/>
          </p15:clr>
        </p15:guide>
        <p15:guide id="21" pos="218">
          <p15:clr>
            <a:srgbClr xmlns:a="http://schemas.openxmlformats.org/drawingml/2006/main" val="F26B43"/>
          </p15:clr>
        </p15:guide>
        <p15:guide id="22" pos="7469">
          <p15:clr>
            <a:srgbClr xmlns:a="http://schemas.openxmlformats.org/drawingml/2006/main" val="F26B43"/>
          </p15:clr>
        </p15:guide>
        <p15:guide id="23" orient="horz" pos="249">
          <p15:clr>
            <a:srgbClr xmlns:a="http://schemas.openxmlformats.org/drawingml/2006/main" val="F26B43"/>
          </p15:clr>
        </p15:guide>
        <p15:guide id="24" orient="horz" pos="4042">
          <p15:clr>
            <a:srgbClr xmlns:a="http://schemas.openxmlformats.org/drawingml/2006/main" val="F26B43"/>
          </p15:clr>
        </p15:guide>
        <p15:guide id="25" orient="horz" pos="3906">
          <p15:clr>
            <a:srgbClr xmlns:a="http://schemas.openxmlformats.org/drawingml/2006/main" val="F26B43"/>
          </p15:clr>
        </p15:guide>
        <p15:guide id="26" orient="horz" pos="640">
          <p15:clr>
            <a:srgbClr xmlns:a="http://schemas.openxmlformats.org/drawingml/2006/main" val="F26B43"/>
          </p15:clr>
        </p15:guide>
        <p15:guide id="27" pos="3840">
          <p15:clr>
            <a:srgbClr xmlns:a="http://schemas.openxmlformats.org/drawingml/2006/main" val="F26B43"/>
          </p15:clr>
        </p15:guide>
      </p15:sldGuideLst>
    </p:ext>
  </p:extLst>
</p:sldMaster>
</file>

<file path=ppt/slideMasters/theme/theme2.xml><?xml version="1.0" encoding="utf-8"?>
<a:theme xmlns:a="http://schemas.openxmlformats.org/drawingml/2006/main" name="Для Академия инноваторов 16_9">
  <a:themeElements>
    <a:clrScheme name="Пользовательские 2">
      <a:dk1>
        <a:srgbClr val="000000"/>
      </a:dk1>
      <a:lt1>
        <a:srgbClr val="FFFFFF"/>
      </a:lt1>
      <a:dk2>
        <a:srgbClr val="1C1D22"/>
      </a:dk2>
      <a:lt2>
        <a:srgbClr val="E5E7E9"/>
      </a:lt2>
      <a:accent1>
        <a:srgbClr val="FF0053"/>
      </a:accent1>
      <a:accent2>
        <a:srgbClr val="FFD6E3"/>
      </a:accent2>
      <a:accent3>
        <a:srgbClr val="FC3777"/>
      </a:accent3>
      <a:accent4>
        <a:srgbClr val="8A83D1"/>
      </a:accent4>
      <a:accent5>
        <a:srgbClr val="520977"/>
      </a:accent5>
      <a:accent6>
        <a:srgbClr val="2D1451"/>
      </a:accent6>
      <a:hlink>
        <a:srgbClr val="FF0053"/>
      </a:hlink>
      <a:folHlink>
        <a:srgbClr val="5D2B84"/>
      </a:folHlink>
    </a:clrScheme>
    <a:fontScheme name="Лидеры цифровой трансформации">
      <a:majorFont>
        <a:latin typeface="Montserrat"/>
        <a:ea typeface=""/>
        <a:cs typeface=""/>
      </a:majorFont>
      <a:minorFont>
        <a:latin typeface="Montserrat"/>
        <a:ea typeface=""/>
        <a:cs typeface=""/>
      </a:minorFont>
    </a:fontScheme>
    <a:fmtScheme name="Пользовательские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db57d6e01b4a68" /><Relationship Type="http://schemas.openxmlformats.org/officeDocument/2006/relationships/image" Target="/ppt/media/image3.png" Id="Re86151652595445a" /><Relationship Type="http://schemas.openxmlformats.org/officeDocument/2006/relationships/notesSlide" Target="/ppt/notesSlides/notesSlide1.xml" Id="Rc7847eb2a2964f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820f3ddeb8e4b07" /><Relationship Type="http://schemas.openxmlformats.org/officeDocument/2006/relationships/image" Target="/ppt/media/image4.png" Id="Rcee771579dff4600" /><Relationship Type="http://schemas.openxmlformats.org/officeDocument/2006/relationships/notesSlide" Target="/ppt/notesSlides/notesSlide2.xml" Id="R34b5b003e5c246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3b9258b3e92b4954" /><Relationship Type="http://schemas.openxmlformats.org/officeDocument/2006/relationships/image" Target="/ppt/media/image.png" Id="Rd8a06496011c4591" /><Relationship Type="http://schemas.openxmlformats.org/officeDocument/2006/relationships/notesSlide" Target="/ppt/notesSlides/notesSlide3.xml" Id="Rc90d60215bdd46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2e128c59f4164258" /><Relationship Type="http://schemas.openxmlformats.org/officeDocument/2006/relationships/image" Target="/ppt/media/image5.png" Id="Rc57d2a8fd8704f24" /><Relationship Type="http://schemas.openxmlformats.org/officeDocument/2006/relationships/notesSlide" Target="/ppt/notesSlides/notesSlide4.xml" Id="R2ebcb348dd074c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cc4e733185bd4880" /><Relationship Type="http://schemas.openxmlformats.org/officeDocument/2006/relationships/image" Target="/ppt/media/image.png" Id="R3597b0d90c7a4f3b" /><Relationship Type="http://schemas.openxmlformats.org/officeDocument/2006/relationships/notesSlide" Target="/ppt/notesSlides/notesSlide5.xml" Id="R159c72d0c35540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6809e37d0b684cb1" /><Relationship Type="http://schemas.openxmlformats.org/officeDocument/2006/relationships/image" Target="/ppt/media/image5.png" Id="R1f763df82d094b59" /><Relationship Type="http://schemas.openxmlformats.org/officeDocument/2006/relationships/notesSlide" Target="/ppt/notesSlides/notesSlide6.xml" Id="Rf19d0ba312bd42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ef6d949e963948c6" /><Relationship Type="http://schemas.openxmlformats.org/officeDocument/2006/relationships/image" Target="/ppt/media/image5.png" Id="R09e00ddfcba34fe5" /><Relationship Type="http://schemas.openxmlformats.org/officeDocument/2006/relationships/notesSlide" Target="/ppt/notesSlides/notesSlide7.xml" Id="Rc2d8da09597f44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3.xml" Id="R9439e1b2769648c8" /><Relationship Type="http://schemas.openxmlformats.org/officeDocument/2006/relationships/image" Target="/ppt/media/image4.png" Id="R00f78d33b9cc4ab2" /><Relationship Type="http://schemas.openxmlformats.org/officeDocument/2006/relationships/notesSlide" Target="/ppt/notesSlides/notesSlide8.xml" Id="Rb08c3028ed374f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b6557b5c0ee94068" /><Relationship Type="http://schemas.openxmlformats.org/officeDocument/2006/relationships/image" Target="/ppt/media/image5.png" Id="R01c4673d68e540e2" /><Relationship Type="http://schemas.openxmlformats.org/officeDocument/2006/relationships/notesSlide" Target="/ppt/notesSlides/notesSlide9.xml" Id="Rae89e00056d849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3.xml" Id="Rb6d45967c06a42d3" /><Relationship Type="http://schemas.openxmlformats.org/officeDocument/2006/relationships/image" Target="/ppt/media/image4.png" Id="R80eb81bdd3bc4e52" /><Relationship Type="http://schemas.openxmlformats.org/officeDocument/2006/relationships/notesSlide" Target="/ppt/notesSlides/notesSlide10.xml" Id="Rf853bd7d1e3946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82a4bae045dd4e5c" /><Relationship Type="http://schemas.openxmlformats.org/officeDocument/2006/relationships/image" Target="/ppt/media/image5.png" Id="R67ea9d78e13a443e" /><Relationship Type="http://schemas.openxmlformats.org/officeDocument/2006/relationships/notesSlide" Target="/ppt/notesSlides/notesSlide11.xml" Id="R361afc974b714d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3.xml" Id="R7ec1ef07f0dd4317" /><Relationship Type="http://schemas.openxmlformats.org/officeDocument/2006/relationships/image" Target="/ppt/media/image4.png" Id="Ra8412dd9c3864061" /><Relationship Type="http://schemas.openxmlformats.org/officeDocument/2006/relationships/notesSlide" Target="/ppt/notesSlides/notesSlide12.xml" Id="R7b64405d4d024a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26437c42b2a24da7" /><Relationship Type="http://schemas.openxmlformats.org/officeDocument/2006/relationships/image" Target="/ppt/media/image5.png" Id="R10c35bd673734405" /><Relationship Type="http://schemas.openxmlformats.org/officeDocument/2006/relationships/hyperlink" Target="https://github.com/Headmast/FSP/blob/main/video/1.mp4" TargetMode="External" Id="R511711253c884436" /><Relationship Type="http://schemas.openxmlformats.org/officeDocument/2006/relationships/hyperlink" Target="https://github.com/Headmast/FSP/blob/main/video/2.mp4" TargetMode="External" Id="R187dfd0bf46343e2" /><Relationship Type="http://schemas.openxmlformats.org/officeDocument/2006/relationships/hyperlink" Target="https://github.com/Headmast/FSP/blob/main/video/3.mp4" TargetMode="External" Id="R6e62649a11544a1c" /><Relationship Type="http://schemas.openxmlformats.org/officeDocument/2006/relationships/hyperlink" Target="https://github.com/Headmast/FSP/blob/main/video/4.mp4" TargetMode="External" Id="Red00d2243b444f80" /><Relationship Type="http://schemas.openxmlformats.org/officeDocument/2006/relationships/hyperlink" Target="https://github.com/Headmast/FSP/blob/main/video/5.mp4" TargetMode="External" Id="Rc8d2ba4826db488e" /><Relationship Type="http://schemas.openxmlformats.org/officeDocument/2006/relationships/hyperlink" Target="https://github.com/Headmast/FSP/blob/main/video/6.mp4" TargetMode="External" Id="R063c9aeafdd744b9" /><Relationship Type="http://schemas.openxmlformats.org/officeDocument/2006/relationships/notesSlide" Target="/ppt/notesSlides/notesSlide13.xml" Id="R06dc16e4279c41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50a2b4ac3fe9469b" /><Relationship Type="http://schemas.openxmlformats.org/officeDocument/2006/relationships/image" Target="/ppt/media/image5.png" Id="Rb07b80fdb2c042a4" /><Relationship Type="http://schemas.openxmlformats.org/officeDocument/2006/relationships/notesSlide" Target="/ppt/notesSlides/notesSlide14.xml" Id="R43d0a4335de746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3.xml" Id="Rebf30a2d446041e4" /><Relationship Type="http://schemas.openxmlformats.org/officeDocument/2006/relationships/image" Target="/ppt/media/image4.png" Id="R7cccf68b10984b8b" /><Relationship Type="http://schemas.openxmlformats.org/officeDocument/2006/relationships/notesSlide" Target="/ppt/notesSlides/notesSlide15.xml" Id="R2f13a43d011c46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e90964b7f46e4307" /><Relationship Type="http://schemas.openxmlformats.org/officeDocument/2006/relationships/image" Target="/ppt/media/image5.png" Id="Rcde4d117b2214dda" /><Relationship Type="http://schemas.openxmlformats.org/officeDocument/2006/relationships/notesSlide" Target="/ppt/notesSlides/notesSlide16.xml" Id="R896cddde70ff46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3.xml" Id="Rec4999feca044fc8" /><Relationship Type="http://schemas.openxmlformats.org/officeDocument/2006/relationships/image" Target="/ppt/media/image4.png" Id="R94cb6c1c8ff54662" /><Relationship Type="http://schemas.openxmlformats.org/officeDocument/2006/relationships/notesSlide" Target="/ppt/notesSlides/notesSlide17.xml" Id="Re6039ae3847546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5.xml" Id="Rd2eccf7bf819454a" /><Relationship Type="http://schemas.openxmlformats.org/officeDocument/2006/relationships/image" Target="/ppt/media/image2.png" Id="R1a3f99aaf3554cf1" /><Relationship Type="http://schemas.openxmlformats.org/officeDocument/2006/relationships/notesSlide" Target="/ppt/notesSlides/notesSlide18.xml" Id="Rf3eeb4e76c83420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Скругленный прямоугольник 1">
            <a:extLst xmlns:a="http://schemas.openxmlformats.org/drawingml/2006/main">
              <a:ext uri="{FF2B5EF4-FFF2-40B4-BE49-F238E27FC236}">
                <a16:creationId xmlns:a16="http://schemas.microsoft.com/office/drawing/2014/main" id="{42AA0FBE-CF0A-64AF-80E8-EF1996F56DB8}"/>
              </a:ext>
            </a:extLst>
          </p:cNvPr>
          <p:cNvSpPr>
            <a:spLocks xmlns:a="http://schemas.openxmlformats.org/drawingml/2006/main" noGrp="1"/>
          </p:cNvSpPr>
          <p:nvPr/>
        </p:nvSpPr>
        <p:spPr>
          <a:xfrm xmlns:a="http://schemas.openxmlformats.org/drawingml/2006/main">
            <a:off x="-296709" y="-313993"/>
            <a:ext cx="6125156" cy="2285622"/>
          </a:xfrm>
          <a:prstGeom xmlns:a="http://schemas.openxmlformats.org/drawingml/2006/main" prst="roundRect">
            <a:avLst>
              <a:gd name="adj" fmla="val 9821"/>
            </a:avLst>
          </a:prstGeom>
          <a:noFill xmlns:a="http://schemas.openxmlformats.org/drawingml/2006/main"/>
          <a:ln xmlns:a="http://schemas.openxmlformats.org/drawingml/2006/main" w="9525" cap="flat" cmpd="sng">
            <a:solidFill>
              <a:schemeClr val="accent2"/>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pic>
        <p:nvPicPr>
          <p:cNvPr id="10" name="Рисунок 9">
            <a:extLst xmlns:a="http://schemas.openxmlformats.org/drawingml/2006/main">
              <a:ext uri="{FF2B5EF4-FFF2-40B4-BE49-F238E27FC236}">
                <a16:creationId xmlns:a16="http://schemas.microsoft.com/office/drawing/2014/main" id="{E8275965-199A-4ADC-805F-5AB16DC61B6B}"/>
              </a:ext>
            </a:extLst>
          </p:cNvPr>
          <p:cNvPicPr>
            <a:picLocks xmlns:a="http://schemas.openxmlformats.org/drawingml/2006/main" noChangeAspect="1"/>
          </p:cNvPicPr>
          <p:nvPr/>
        </p:nvPicPr>
        <p:blipFill>
          <a:blip xmlns:r="http://schemas.openxmlformats.org/officeDocument/2006/relationships" xmlns:a="http://schemas.openxmlformats.org/drawingml/2006/main" r:embed="Re86151652595445a"/>
          <a:stretch xmlns:a="http://schemas.openxmlformats.org/drawingml/2006/main">
            <a:fillRect l="0" t="0" r="0" b="0"/>
          </a:stretch>
        </p:blipFill>
        <p:spPr>
          <a:xfrm xmlns:a="http://schemas.openxmlformats.org/drawingml/2006/main">
            <a:off x="346075" y="631174"/>
            <a:ext cx="4905194" cy="620035"/>
          </a:xfrm>
          <a:prstGeom xmlns:a="http://schemas.openxmlformats.org/drawingml/2006/main" prst="rect">
            <a:avLst/>
          </a:prstGeom>
        </p:spPr>
      </p:pic>
      <p:sp>
        <p:nvSpPr>
          <p:cNvPr id="11" name="primary-heading">
            <a:extLst xmlns:a="http://schemas.openxmlformats.org/drawingml/2006/main">
              <a:ext uri="{FF2B5EF4-FFF2-40B4-BE49-F238E27FC236}">
                <a16:creationId xmlns:a16="http://schemas.microsoft.com/office/drawing/2014/main" id="{DA939A76-F639-4EF1-97E8-C387685538A8}"/>
              </a:ext>
            </a:extLst>
          </p:cNvPr>
          <p:cNvSpPr>
            <a:spLocks xmlns:a="http://schemas.openxmlformats.org/drawingml/2006/main" noGrp="1"/>
          </p:cNvSpPr>
          <p:nvPr/>
        </p:nvSpPr>
        <p:spPr>
          <a:xfrm xmlns:a="http://schemas.openxmlformats.org/drawingml/2006/main">
            <a:off x="619125" y="23241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FFFFFF"/>
                </a:solidFill>
                <a:latin typeface="Montserrat"/>
                <a:ea typeface="Montserrat"/>
                <a:cs typeface="Montserrat"/>
              </a:defRPr>
            </a:defPPr>
          </a:lstStyle>
          <a:p xmlns:a="http://schemas.openxmlformats.org/drawingml/2006/main">
            <a:pPr algn="l">
              <a:lnSpc>
                <a:spcPct val="120000"/>
              </a:lnSpc>
              <a:buNone/>
              <a:defRPr sz="2800" b="1">
                <a:solidFill>
                  <a:srgbClr val="FFFFFF"/>
                </a:solidFill>
                <a:latin typeface="Montserrat"/>
                <a:ea typeface="Montserrat"/>
                <a:cs typeface="Montserrat"/>
              </a:defRPr>
            </a:pPr>
            <a:r>
              <a:rPr sz="2800" b="1">
                <a:solidFill>
                  <a:srgbClr val="FFFFFF"/>
                </a:solidFill>
                <a:latin typeface="Montserrat"/>
                <a:ea typeface="Montserrat"/>
                <a:cs typeface="Montserrat"/>
              </a:rPr>
              <a:t>ТРУДЯЖКИ</a:t>
            </a:r>
          </a:p>
        </p:txBody>
      </p:sp>
      <p:sp>
        <p:nvSpPr>
          <p:cNvPr id="12" name="content-1-1">
            <a:extLst xmlns:a="http://schemas.openxmlformats.org/drawingml/2006/main">
              <a:ext uri="{FF2B5EF4-FFF2-40B4-BE49-F238E27FC236}">
                <a16:creationId xmlns:a16="http://schemas.microsoft.com/office/drawing/2014/main" id="{D98D5934-9FF7-4625-856C-23CB838D09B1}"/>
              </a:ext>
            </a:extLst>
          </p:cNvPr>
          <p:cNvSpPr>
            <a:spLocks xmlns:a="http://schemas.openxmlformats.org/drawingml/2006/main" noGrp="1"/>
          </p:cNvSpPr>
          <p:nvPr/>
        </p:nvSpPr>
        <p:spPr>
          <a:xfrm xmlns:a="http://schemas.openxmlformats.org/drawingml/2006/main">
            <a:off x="619125" y="3162300"/>
            <a:ext cx="5762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FFFFFF"/>
                </a:solidFill>
                <a:latin typeface="Montserrat"/>
                <a:ea typeface="Montserrat"/>
                <a:cs typeface="Montserrat"/>
              </a:defRPr>
            </a:defPPr>
          </a:lstStyle>
          <a:p xmlns:a="http://schemas.openxmlformats.org/drawingml/2006/main">
            <a:pPr algn="l">
              <a:lnSpc>
                <a:spcPct val="120000"/>
              </a:lnSpc>
              <a:buNone/>
              <a:defRPr sz="2800" b="1">
                <a:solidFill>
                  <a:srgbClr val="FFFFFF"/>
                </a:solidFill>
                <a:latin typeface="Montserrat"/>
                <a:ea typeface="Montserrat"/>
                <a:cs typeface="Montserrat"/>
              </a:defRPr>
            </a:pPr>
            <a:r>
              <a:rPr sz="2800" b="1">
                <a:solidFill>
                  <a:srgbClr val="FFFFFF"/>
                </a:solidFill>
                <a:latin typeface="Montserrat"/>
                <a:ea typeface="Montserrat"/>
                <a:cs typeface="Montserrat"/>
              </a:rPr>
              <a:t>Матрица компетенций</a:t>
            </a:r>
          </a:p>
          <a:p xmlns:a="http://schemas.openxmlformats.org/drawingml/2006/main">
            <a:pPr algn="l">
              <a:lnSpc>
                <a:spcPct val="120000"/>
              </a:lnSpc>
              <a:buNone/>
              <a:defRPr sz="2800" b="1">
                <a:solidFill>
                  <a:srgbClr val="FFFFFF"/>
                </a:solidFill>
                <a:latin typeface="Montserrat"/>
                <a:ea typeface="Montserrat"/>
                <a:cs typeface="Montserrat"/>
              </a:defRPr>
            </a:pPr>
            <a:r>
              <a:rPr sz="2800" b="1">
                <a:solidFill>
                  <a:srgbClr val="FFFFFF"/>
                </a:solidFill>
                <a:latin typeface="Montserrat"/>
                <a:ea typeface="Montserrat"/>
                <a:cs typeface="Montserrat"/>
              </a:rPr>
              <a:t>и обратный найм</a:t>
            </a:r>
          </a:p>
        </p:txBody>
      </p:sp>
      <p:sp>
        <p:nvSpPr>
          <p:cNvPr id="13" name="content-1-2">
            <a:extLst xmlns:a="http://schemas.openxmlformats.org/drawingml/2006/main">
              <a:ext uri="{FF2B5EF4-FFF2-40B4-BE49-F238E27FC236}">
                <a16:creationId xmlns:a16="http://schemas.microsoft.com/office/drawing/2014/main" id="{03636C41-D19A-4022-86F6-26BB9F42EA8A}"/>
              </a:ext>
            </a:extLst>
          </p:cNvPr>
          <p:cNvSpPr>
            <a:spLocks xmlns:a="http://schemas.openxmlformats.org/drawingml/2006/main" noGrp="1"/>
          </p:cNvSpPr>
          <p:nvPr/>
        </p:nvSpPr>
        <p:spPr>
          <a:xfrm xmlns:a="http://schemas.openxmlformats.org/drawingml/2006/main">
            <a:off x="619125" y="4714875"/>
            <a:ext cx="571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Montserrat"/>
                <a:ea typeface="Montserrat"/>
                <a:cs typeface="Montserrat"/>
              </a:defRPr>
            </a:defPPr>
          </a:lstStyle>
          <a:p xmlns:a="http://schemas.openxmlformats.org/drawingml/2006/main">
            <a:pPr algn="l">
              <a:lnSpc>
                <a:spcPct val="120000"/>
              </a:lnSpc>
              <a:buNone/>
              <a:defRPr sz="1800" b="0">
                <a:solidFill>
                  <a:srgbClr val="FFFFFF"/>
                </a:solidFill>
                <a:latin typeface="Montserrat"/>
                <a:ea typeface="Montserrat"/>
                <a:cs typeface="Montserrat"/>
              </a:defRPr>
            </a:pPr>
            <a:r>
              <a:rPr sz="1800" b="0">
                <a:solidFill>
                  <a:srgbClr val="FFFFFF"/>
                </a:solidFill>
                <a:latin typeface="Montserrat"/>
                <a:ea typeface="Montserrat"/>
                <a:cs typeface="Montserrat"/>
              </a:rPr>
              <a:t>Единая шкала навыков</a:t>
            </a:r>
          </a:p>
          <a:p xmlns:a="http://schemas.openxmlformats.org/drawingml/2006/main">
            <a:pPr algn="l">
              <a:lnSpc>
                <a:spcPct val="120000"/>
              </a:lnSpc>
              <a:buNone/>
              <a:defRPr sz="1800" b="0">
                <a:solidFill>
                  <a:srgbClr val="FFFFFF"/>
                </a:solidFill>
                <a:latin typeface="Montserrat"/>
                <a:ea typeface="Montserrat"/>
                <a:cs typeface="Montserrat"/>
              </a:defRPr>
            </a:pPr>
            <a:r>
              <a:rPr sz="1800" b="0">
                <a:solidFill>
                  <a:srgbClr val="FFFFFF"/>
                </a:solidFill>
                <a:latin typeface="Montserrat"/>
                <a:ea typeface="Montserrat"/>
                <a:cs typeface="Montserrat"/>
              </a:rPr>
              <a:t>для кандидата и компании.</a:t>
            </a:r>
          </a:p>
        </p:txBody>
      </p:sp>
      <p:sp>
        <p:nvSpPr>
          <p:cNvPr id="14" name="content-1-3">
            <a:extLst xmlns:a="http://schemas.openxmlformats.org/drawingml/2006/main">
              <a:ext uri="{FF2B5EF4-FFF2-40B4-BE49-F238E27FC236}">
                <a16:creationId xmlns:a16="http://schemas.microsoft.com/office/drawing/2014/main" id="{B57A83A6-10F9-4A73-9494-F5737B8B9A0A}"/>
              </a:ext>
            </a:extLst>
          </p:cNvPr>
          <p:cNvSpPr>
            <a:spLocks xmlns:a="http://schemas.openxmlformats.org/drawingml/2006/main" noGrp="1"/>
          </p:cNvSpPr>
          <p:nvPr/>
        </p:nvSpPr>
        <p:spPr>
          <a:xfrm xmlns:a="http://schemas.openxmlformats.org/drawingml/2006/main">
            <a:off x="619125" y="590550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FFFFFF"/>
                </a:solidFill>
                <a:latin typeface="Montserrat"/>
                <a:ea typeface="Montserrat"/>
                <a:cs typeface="Montserrat"/>
              </a:defRPr>
            </a:defPPr>
          </a:lstStyle>
          <a:p xmlns:a="http://schemas.openxmlformats.org/drawingml/2006/main">
            <a:pPr algn="l">
              <a:lnSpc>
                <a:spcPct val="120000"/>
              </a:lnSpc>
              <a:buNone/>
              <a:defRPr sz="1600" b="0">
                <a:solidFill>
                  <a:srgbClr val="FFFFFF"/>
                </a:solidFill>
                <a:latin typeface="Montserrat"/>
                <a:ea typeface="Montserrat"/>
                <a:cs typeface="Montserrat"/>
              </a:defRPr>
            </a:pPr>
            <a:r>
              <a:rPr sz="1600" b="0">
                <a:solidFill>
                  <a:srgbClr val="FFFFFF"/>
                </a:solidFill>
                <a:latin typeface="Montserrat"/>
                <a:ea typeface="Montserrat"/>
                <a:cs typeface="Montserrat"/>
              </a:rPr>
              <a:t>ЛЦТ 2026</a:t>
            </a:r>
          </a:p>
        </p:txBody>
      </p:sp>
    </p:spTree>
    <p:extLst>
      <p:ext uri="{BB962C8B-B14F-4D97-AF65-F5344CB8AC3E}">
        <p14:creationId xmlns:p14="http://schemas.microsoft.com/office/powerpoint/2010/main" val="1980666044"/>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cee771579dff4600">
            <a:lum/>
          </a:blip>
          <a:srcRect l="0" t="0" r="0" b="0"/>
          <a:stretch>
            <a:fillRect l="0" t="0" r="0" b="0"/>
          </a:stretch>
        </a:blipFill>
      </p:bgPr>
    </p:bg>
    <p:spTree>
      <p:nvGrpSpPr>
        <p:cNvPr id="1" name=""/>
        <p:cNvGrpSpPr/>
        <p:nvPr/>
      </p:nvGrpSpPr>
      <p:grpSpPr>
        <a:xfrm xmlns:a="http://schemas.openxmlformats.org/drawingml/2006/main"/>
      </p:grpSpPr>
      <p:sp>
        <p:nvSpPr>
          <p:cNvPr id="3" name="Прямоугольник 2">
            <a:extLst xmlns:a="http://schemas.openxmlformats.org/drawingml/2006/main">
              <a:ext uri="{FF2B5EF4-FFF2-40B4-BE49-F238E27FC236}">
                <a16:creationId xmlns:a16="http://schemas.microsoft.com/office/drawing/2014/main" id="{13BA75DB-8EAE-769C-2B17-FF7CD6EEF6C6}"/>
              </a:ext>
            </a:extLst>
          </p:cNvPr>
          <p:cNvSpPr>
            <a:spLocks xmlns:a="http://schemas.openxmlformats.org/drawingml/2006/main" noGrp="1"/>
          </p:cNvSpPr>
          <p:nvPr/>
        </p:nvSpPr>
        <p:spPr>
          <a:xfrm xmlns:a="http://schemas.openxmlformats.org/drawingml/2006/main">
            <a:off x="0" y="2971800"/>
            <a:ext cx="6456363" cy="3886200"/>
          </a:xfrm>
          <a:prstGeom xmlns:a="http://schemas.openxmlformats.org/drawingml/2006/main" prst="rect">
            <a:avLst/>
          </a:prstGeom>
          <a:solidFill xmlns:a="http://schemas.openxmlformats.org/drawingml/2006/main">
            <a:srgbClr val="DCCEE4">
              <a:alpha val="49804"/>
            </a:srgbClr>
          </a:solidFill>
          <a:ln xmlns:a="http://schemas.openxmlformats.org/drawingml/2006/main">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a:p>
        </p:txBody>
      </p:sp>
      <p:sp>
        <p:nvSpPr>
          <p:cNvPr id="7" name="Прямая соединительная линия 6">
            <a:extLst xmlns:a="http://schemas.openxmlformats.org/drawingml/2006/main">
              <a:ext uri="{FF2B5EF4-FFF2-40B4-BE49-F238E27FC236}">
                <a16:creationId xmlns:a16="http://schemas.microsoft.com/office/drawing/2014/main" id="{64B4182A-E14D-4017-8A1D-F9B9D74F971C}"/>
              </a:ext>
            </a:extLst>
          </p:cNvPr>
          <p:cNvSpPr>
            <a:spLocks xmlns:a="http://schemas.openxmlformats.org/drawingml/2006/main" noGrp="1"/>
          </p:cNvSpPr>
          <p:nvPr/>
        </p:nvSpPr>
        <p:spPr>
          <a:xfrm xmlns:a="http://schemas.openxmlformats.org/drawingml/2006/main">
            <a:off x="6880774" y="2240031"/>
            <a:ext cx="4884824"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6" name="Прямая соединительная линия 15">
            <a:extLst xmlns:a="http://schemas.openxmlformats.org/drawingml/2006/main">
              <a:ext uri="{FF2B5EF4-FFF2-40B4-BE49-F238E27FC236}">
                <a16:creationId xmlns:a16="http://schemas.microsoft.com/office/drawing/2014/main" id="{FD2C6BE2-199F-469D-A2B8-A1793821A0D1}"/>
              </a:ext>
            </a:extLst>
          </p:cNvPr>
          <p:cNvSpPr>
            <a:spLocks xmlns:a="http://schemas.openxmlformats.org/drawingml/2006/main" noGrp="1"/>
          </p:cNvSpPr>
          <p:nvPr/>
        </p:nvSpPr>
        <p:spPr>
          <a:xfrm xmlns:a="http://schemas.openxmlformats.org/drawingml/2006/main">
            <a:off x="6897347" y="4437879"/>
            <a:ext cx="4884824"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7" name="Прямая соединительная линия 16">
            <a:extLst xmlns:a="http://schemas.openxmlformats.org/drawingml/2006/main">
              <a:ext uri="{FF2B5EF4-FFF2-40B4-BE49-F238E27FC236}">
                <a16:creationId xmlns:a16="http://schemas.microsoft.com/office/drawing/2014/main" id="{ACDA8D99-CAD6-43D1-A319-36F225C3230D}"/>
              </a:ext>
            </a:extLst>
          </p:cNvPr>
          <p:cNvSpPr>
            <a:spLocks xmlns:a="http://schemas.openxmlformats.org/drawingml/2006/main" noGrp="1"/>
          </p:cNvSpPr>
          <p:nvPr/>
        </p:nvSpPr>
        <p:spPr>
          <a:xfrm xmlns:a="http://schemas.openxmlformats.org/drawingml/2006/main">
            <a:off x="395833" y="3448639"/>
            <a:ext cx="5700167" cy="0"/>
          </a:xfrm>
          <a:prstGeom xmlns:a="http://schemas.openxmlformats.org/drawingml/2006/main" prst="line">
            <a:avLst/>
          </a:prstGeom>
          <a:ln xmlns:a="http://schemas.openxmlformats.org/drawingml/2006/main">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8" name="primary-heading">
            <a:extLst xmlns:a="http://schemas.openxmlformats.org/drawingml/2006/main">
              <a:ext uri="{FF2B5EF4-FFF2-40B4-BE49-F238E27FC236}">
                <a16:creationId xmlns:a16="http://schemas.microsoft.com/office/drawing/2014/main" id="{4BB3F118-C744-482A-85C1-56FDF38C2BE2}"/>
              </a:ext>
            </a:extLst>
          </p:cNvPr>
          <p:cNvSpPr>
            <a:spLocks xmlns:a="http://schemas.openxmlformats.org/drawingml/2006/main" noGrp="1"/>
          </p:cNvSpPr>
          <p:nvPr/>
        </p:nvSpPr>
        <p:spPr>
          <a:xfrm xmlns:a="http://schemas.openxmlformats.org/drawingml/2006/main">
            <a:off x="476250" y="13811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520978"/>
                </a:solidFill>
                <a:latin typeface="Montserrat"/>
                <a:ea typeface="Montserrat"/>
                <a:cs typeface="Montserrat"/>
              </a:defRPr>
            </a:defPPr>
          </a:lstStyle>
          <a:p xmlns:a="http://schemas.openxmlformats.org/drawingml/2006/main">
            <a:pPr algn="l">
              <a:lnSpc>
                <a:spcPct val="120000"/>
              </a:lnSpc>
              <a:buNone/>
              <a:defRPr sz="2400" b="1">
                <a:solidFill>
                  <a:srgbClr val="520978"/>
                </a:solidFill>
                <a:latin typeface="Montserrat"/>
                <a:ea typeface="Montserrat"/>
                <a:cs typeface="Montserrat"/>
              </a:defRPr>
            </a:pPr>
            <a:r>
              <a:rPr sz="2400" b="1">
                <a:solidFill>
                  <a:srgbClr val="520978"/>
                </a:solidFill>
                <a:latin typeface="Montserrat"/>
                <a:ea typeface="Montserrat"/>
                <a:cs typeface="Montserrat"/>
              </a:rPr>
              <a:t>СУТЬ РЕШЕНИЯ</a:t>
            </a:r>
          </a:p>
        </p:txBody>
      </p:sp>
      <p:sp>
        <p:nvSpPr>
          <p:cNvPr id="19" name="content-2-1">
            <a:extLst xmlns:a="http://schemas.openxmlformats.org/drawingml/2006/main">
              <a:ext uri="{FF2B5EF4-FFF2-40B4-BE49-F238E27FC236}">
                <a16:creationId xmlns:a16="http://schemas.microsoft.com/office/drawing/2014/main" id="{90003142-9385-472F-8E61-EB6052B2148D}"/>
              </a:ext>
            </a:extLst>
          </p:cNvPr>
          <p:cNvSpPr>
            <a:spLocks xmlns:a="http://schemas.openxmlformats.org/drawingml/2006/main" noGrp="1"/>
          </p:cNvSpPr>
          <p:nvPr/>
        </p:nvSpPr>
        <p:spPr>
          <a:xfrm xmlns:a="http://schemas.openxmlformats.org/drawingml/2006/main">
            <a:off x="476250" y="2114550"/>
            <a:ext cx="5286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0978"/>
                </a:solidFill>
                <a:latin typeface="Montserrat"/>
                <a:ea typeface="Montserrat"/>
                <a:cs typeface="Montserrat"/>
              </a:defRPr>
            </a:defPPr>
          </a:lstStyle>
          <a:p xmlns:a="http://schemas.openxmlformats.org/drawingml/2006/main">
            <a:pPr algn="l">
              <a:lnSpc>
                <a:spcPct val="120000"/>
              </a:lnSpc>
              <a:buNone/>
              <a:defRPr sz="2100" b="1">
                <a:solidFill>
                  <a:srgbClr val="520978"/>
                </a:solidFill>
                <a:latin typeface="Montserrat"/>
                <a:ea typeface="Montserrat"/>
                <a:cs typeface="Montserrat"/>
              </a:defRPr>
            </a:pPr>
            <a:r>
              <a:rPr sz="2100" b="1">
                <a:solidFill>
                  <a:srgbClr val="520978"/>
                </a:solidFill>
                <a:latin typeface="Montserrat"/>
                <a:ea typeface="Montserrat"/>
                <a:cs typeface="Montserrat"/>
              </a:rPr>
              <a:t>Матрица компетенций</a:t>
            </a:r>
          </a:p>
          <a:p xmlns:a="http://schemas.openxmlformats.org/drawingml/2006/main">
            <a:pPr algn="l">
              <a:lnSpc>
                <a:spcPct val="120000"/>
              </a:lnSpc>
              <a:buNone/>
              <a:defRPr sz="2100" b="1">
                <a:solidFill>
                  <a:srgbClr val="520978"/>
                </a:solidFill>
                <a:latin typeface="Montserrat"/>
                <a:ea typeface="Montserrat"/>
                <a:cs typeface="Montserrat"/>
              </a:defRPr>
            </a:pPr>
            <a:r>
              <a:rPr sz="2100" b="1">
                <a:solidFill>
                  <a:srgbClr val="520978"/>
                </a:solidFill>
                <a:latin typeface="Montserrat"/>
                <a:ea typeface="Montserrat"/>
                <a:cs typeface="Montserrat"/>
              </a:rPr>
              <a:t>и обратный найм</a:t>
            </a:r>
          </a:p>
        </p:txBody>
      </p:sp>
      <p:sp>
        <p:nvSpPr>
          <p:cNvPr id="20" name="content-2-2">
            <a:extLst xmlns:a="http://schemas.openxmlformats.org/drawingml/2006/main">
              <a:ext uri="{FF2B5EF4-FFF2-40B4-BE49-F238E27FC236}">
                <a16:creationId xmlns:a16="http://schemas.microsoft.com/office/drawing/2014/main" id="{4DA2C0AA-8D0C-476B-B73A-B70A82D9398F}"/>
              </a:ext>
            </a:extLst>
          </p:cNvPr>
          <p:cNvSpPr>
            <a:spLocks xmlns:a="http://schemas.openxmlformats.org/drawingml/2006/main" noGrp="1"/>
          </p:cNvSpPr>
          <p:nvPr/>
        </p:nvSpPr>
        <p:spPr>
          <a:xfrm xmlns:a="http://schemas.openxmlformats.org/drawingml/2006/main">
            <a:off x="476250" y="35909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Открытая матрица компетенций</a:t>
            </a:r>
          </a:p>
        </p:txBody>
      </p:sp>
      <p:sp>
        <p:nvSpPr>
          <p:cNvPr id="21" name="content-2-3">
            <a:extLst xmlns:a="http://schemas.openxmlformats.org/drawingml/2006/main">
              <a:ext uri="{FF2B5EF4-FFF2-40B4-BE49-F238E27FC236}">
                <a16:creationId xmlns:a16="http://schemas.microsoft.com/office/drawing/2014/main" id="{2D052166-56F7-4941-BFEB-8D55C6450371}"/>
              </a:ext>
            </a:extLst>
          </p:cNvPr>
          <p:cNvSpPr>
            <a:spLocks xmlns:a="http://schemas.openxmlformats.org/drawingml/2006/main" noGrp="1"/>
          </p:cNvSpPr>
          <p:nvPr/>
        </p:nvSpPr>
        <p:spPr>
          <a:xfrm xmlns:a="http://schemas.openxmlformats.org/drawingml/2006/main">
            <a:off x="476250" y="408622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Навыки и критерии уровней видны обеим сторонам. Тест подтверждает знания кандидата по этой шкале.</a:t>
            </a:r>
          </a:p>
        </p:txBody>
      </p:sp>
      <p:sp>
        <p:nvSpPr>
          <p:cNvPr id="22" name="content-2-4">
            <a:extLst xmlns:a="http://schemas.openxmlformats.org/drawingml/2006/main">
              <a:ext uri="{FF2B5EF4-FFF2-40B4-BE49-F238E27FC236}">
                <a16:creationId xmlns:a16="http://schemas.microsoft.com/office/drawing/2014/main" id="{B5457D87-6CC7-432D-884B-6C3760D9ECB9}"/>
              </a:ext>
            </a:extLst>
          </p:cNvPr>
          <p:cNvSpPr>
            <a:spLocks xmlns:a="http://schemas.openxmlformats.org/drawingml/2006/main" noGrp="1"/>
          </p:cNvSpPr>
          <p:nvPr/>
        </p:nvSpPr>
        <p:spPr>
          <a:xfrm xmlns:a="http://schemas.openxmlformats.org/drawingml/2006/main">
            <a:off x="6886575" y="23622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Компания задаёт требования</a:t>
            </a:r>
          </a:p>
        </p:txBody>
      </p:sp>
      <p:sp>
        <p:nvSpPr>
          <p:cNvPr id="23" name="content-2-5">
            <a:extLst xmlns:a="http://schemas.openxmlformats.org/drawingml/2006/main">
              <a:ext uri="{FF2B5EF4-FFF2-40B4-BE49-F238E27FC236}">
                <a16:creationId xmlns:a16="http://schemas.microsoft.com/office/drawing/2014/main" id="{1B526C5D-ED7C-4401-88EE-39A088C0EFD0}"/>
              </a:ext>
            </a:extLst>
          </p:cNvPr>
          <p:cNvSpPr>
            <a:spLocks xmlns:a="http://schemas.openxmlformats.org/drawingml/2006/main" noGrp="1"/>
          </p:cNvSpPr>
          <p:nvPr/>
        </p:nvSpPr>
        <p:spPr>
          <a:xfrm xmlns:a="http://schemas.openxmlformats.org/drawingml/2006/main">
            <a:off x="6886575" y="2762250"/>
            <a:ext cx="46863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Работодатель выбирает нужные навыки и уровень по нашей матрице. Подбор показывает совпадения и пробелы.</a:t>
            </a:r>
          </a:p>
        </p:txBody>
      </p:sp>
      <p:sp>
        <p:nvSpPr>
          <p:cNvPr id="24" name="content-2-6">
            <a:extLst xmlns:a="http://schemas.openxmlformats.org/drawingml/2006/main">
              <a:ext uri="{FF2B5EF4-FFF2-40B4-BE49-F238E27FC236}">
                <a16:creationId xmlns:a16="http://schemas.microsoft.com/office/drawing/2014/main" id="{14A4E5D4-7BEC-4E8A-B7F4-57953E1FE99F}"/>
              </a:ext>
            </a:extLst>
          </p:cNvPr>
          <p:cNvSpPr>
            <a:spLocks xmlns:a="http://schemas.openxmlformats.org/drawingml/2006/main" noGrp="1"/>
          </p:cNvSpPr>
          <p:nvPr/>
        </p:nvSpPr>
        <p:spPr>
          <a:xfrm xmlns:a="http://schemas.openxmlformats.org/drawingml/2006/main">
            <a:off x="6886575" y="46291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Анонимный обратный найм</a:t>
            </a:r>
          </a:p>
        </p:txBody>
      </p:sp>
      <p:sp>
        <p:nvSpPr>
          <p:cNvPr id="25" name="content-2-7">
            <a:extLst xmlns:a="http://schemas.openxmlformats.org/drawingml/2006/main">
              <a:ext uri="{FF2B5EF4-FFF2-40B4-BE49-F238E27FC236}">
                <a16:creationId xmlns:a16="http://schemas.microsoft.com/office/drawing/2014/main" id="{07A1FBD8-680F-4FE7-A28F-75403F4F7CE5}"/>
              </a:ext>
            </a:extLst>
          </p:cNvPr>
          <p:cNvSpPr>
            <a:spLocks xmlns:a="http://schemas.openxmlformats.org/drawingml/2006/main" noGrp="1"/>
          </p:cNvSpPr>
          <p:nvPr/>
        </p:nvSpPr>
        <p:spPr>
          <a:xfrm xmlns:a="http://schemas.openxmlformats.org/drawingml/2006/main">
            <a:off x="6886575" y="5038725"/>
            <a:ext cx="46863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До согласия на контакт компания видит навыки без имени. Приглашение содержит задачи, условия и зарплатную вилку.</a:t>
            </a:r>
          </a:p>
        </p:txBody>
      </p:sp>
      <p:sp>
        <p:nvSpPr>
          <p:cNvPr id="26" name="slide-number">
            <a:extLst xmlns:a="http://schemas.openxmlformats.org/drawingml/2006/main">
              <a:ext uri="{FF2B5EF4-FFF2-40B4-BE49-F238E27FC236}">
                <a16:creationId xmlns:a16="http://schemas.microsoft.com/office/drawing/2014/main" id="{9E97EE8D-A741-40C1-9103-0DB8D494249C}"/>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2</a:t>
            </a:r>
          </a:p>
        </p:txBody>
      </p:sp>
    </p:spTree>
    <p:extLst>
      <p:ext uri="{BB962C8B-B14F-4D97-AF65-F5344CB8AC3E}">
        <p14:creationId xmlns:p14="http://schemas.microsoft.com/office/powerpoint/2010/main" val="3539778944"/>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d8a06496011c4591">
            <a:lum/>
          </a:blip>
          <a:srcRect l="0" t="0" r="0" b="0"/>
          <a:stretch>
            <a:fillRect l="0" t="0" r="0" b="0"/>
          </a:stretch>
        </a:blipFill>
      </p:bgPr>
    </p:bg>
    <p:spTree>
      <p:nvGrpSpPr>
        <p:cNvPr id="1" name=""/>
        <p:cNvGrpSpPr/>
        <p:nvPr/>
      </p:nvGrpSpPr>
      <p:grpSpPr>
        <a:xfrm xmlns:a="http://schemas.openxmlformats.org/drawingml/2006/main"/>
      </p:grpSpPr>
      <p:sp>
        <p:nvSpPr>
          <p:cNvPr id="56" name="Скругленный прямоугольник 55">
            <a:extLst xmlns:a="http://schemas.openxmlformats.org/drawingml/2006/main">
              <a:ext uri="{FF2B5EF4-FFF2-40B4-BE49-F238E27FC236}">
                <a16:creationId xmlns:a16="http://schemas.microsoft.com/office/drawing/2014/main" id="{635392F3-78F4-5585-E25E-CDBEA7E9F10C}"/>
              </a:ext>
            </a:extLst>
          </p:cNvPr>
          <p:cNvSpPr>
            <a:spLocks xmlns:a="http://schemas.openxmlformats.org/drawingml/2006/main" noGrp="1"/>
          </p:cNvSpPr>
          <p:nvPr/>
        </p:nvSpPr>
        <p:spPr>
          <a:xfrm xmlns:a="http://schemas.openxmlformats.org/drawingml/2006/main">
            <a:off x="4543425" y="1524000"/>
            <a:ext cx="3524250" cy="3810000"/>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no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59" name="Скругленный прямоугольник 58">
            <a:extLst xmlns:a="http://schemas.openxmlformats.org/drawingml/2006/main">
              <a:ext uri="{FF2B5EF4-FFF2-40B4-BE49-F238E27FC236}">
                <a16:creationId xmlns:a16="http://schemas.microsoft.com/office/drawing/2014/main" id="{0F406257-4D6A-D88A-21D7-91882F262CF5}"/>
              </a:ext>
            </a:extLst>
          </p:cNvPr>
          <p:cNvSpPr>
            <a:spLocks xmlns:a="http://schemas.openxmlformats.org/drawingml/2006/main" noGrp="1"/>
          </p:cNvSpPr>
          <p:nvPr/>
        </p:nvSpPr>
        <p:spPr>
          <a:xfrm xmlns:a="http://schemas.openxmlformats.org/drawingml/2006/main">
            <a:off x="8467725" y="1524000"/>
            <a:ext cx="3524250" cy="3810000"/>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no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7" name="Скругленный прямоугольник 16">
            <a:extLst xmlns:a="http://schemas.openxmlformats.org/drawingml/2006/main">
              <a:ext uri="{FF2B5EF4-FFF2-40B4-BE49-F238E27FC236}">
                <a16:creationId xmlns:a16="http://schemas.microsoft.com/office/drawing/2014/main" id="{FC0035EA-559C-020F-D4A8-B4146A26E8E5}"/>
              </a:ext>
            </a:extLst>
          </p:cNvPr>
          <p:cNvSpPr>
            <a:spLocks xmlns:a="http://schemas.openxmlformats.org/drawingml/2006/main" noGrp="1"/>
          </p:cNvSpPr>
          <p:nvPr/>
        </p:nvSpPr>
        <p:spPr>
          <a:xfrm xmlns:a="http://schemas.openxmlformats.org/drawingml/2006/main">
            <a:off x="619125" y="1524000"/>
            <a:ext cx="3524250" cy="3810000"/>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no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3" name="Скругленный прямоугольник 12">
            <a:extLst xmlns:a="http://schemas.openxmlformats.org/drawingml/2006/main">
              <a:ext uri="{FF2B5EF4-FFF2-40B4-BE49-F238E27FC236}">
                <a16:creationId xmlns:a16="http://schemas.microsoft.com/office/drawing/2014/main" id="{4F9EEB10-D234-64E3-5744-B3981F11A494}"/>
              </a:ext>
            </a:extLst>
          </p:cNvPr>
          <p:cNvSpPr>
            <a:spLocks xmlns:a="http://schemas.openxmlformats.org/drawingml/2006/main" noGrp="1"/>
          </p:cNvSpPr>
          <p:nvPr/>
        </p:nvSpPr>
        <p:spPr>
          <a:xfrm xmlns:a="http://schemas.openxmlformats.org/drawingml/2006/main">
            <a:off x="346075" y="324562"/>
            <a:ext cx="6286500" cy="620919"/>
          </a:xfrm>
          <a:prstGeom xmlns:a="http://schemas.openxmlformats.org/drawingml/2006/main" prst="roundRect">
            <a:avLst>
              <a:gd name="adj" fmla="val 18706"/>
            </a:avLst>
          </a:prstGeom>
          <a:solidFill xmlns:a="http://schemas.openxmlformats.org/drawingml/2006/main">
            <a:schemeClr val="accent1"/>
          </a:solidFill>
          <a:ln xmlns:a="http://schemas.openxmlformats.org/drawingml/2006/main">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60" name="primary-heading">
            <a:extLst xmlns:a="http://schemas.openxmlformats.org/drawingml/2006/main">
              <a:ext uri="{FF2B5EF4-FFF2-40B4-BE49-F238E27FC236}">
                <a16:creationId xmlns:a16="http://schemas.microsoft.com/office/drawing/2014/main" id="{2F88FD3D-2069-467D-A24D-C5C119B21DA4}"/>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FFFFFF"/>
                </a:solidFill>
                <a:latin typeface="Montserrat"/>
                <a:ea typeface="Montserrat"/>
                <a:cs typeface="Montserrat"/>
              </a:defRPr>
            </a:defPPr>
          </a:lstStyle>
          <a:p xmlns:a="http://schemas.openxmlformats.org/drawingml/2006/main">
            <a:pPr algn="l">
              <a:lnSpc>
                <a:spcPct val="120000"/>
              </a:lnSpc>
              <a:buNone/>
              <a:defRPr sz="1997" b="1">
                <a:solidFill>
                  <a:srgbClr val="FFFFFF"/>
                </a:solidFill>
                <a:latin typeface="Montserrat"/>
                <a:ea typeface="Montserrat"/>
                <a:cs typeface="Montserrat"/>
              </a:defRPr>
            </a:pPr>
            <a:r>
              <a:rPr sz="1997" b="1">
                <a:solidFill>
                  <a:srgbClr val="FFFFFF"/>
                </a:solidFill>
                <a:latin typeface="Montserrat"/>
                <a:ea typeface="Montserrat"/>
                <a:cs typeface="Montserrat"/>
              </a:rPr>
              <a:t>КОМАНДА И ЗОНЫ ОТВЕТСТВЕННОСТИ</a:t>
            </a:r>
          </a:p>
        </p:txBody>
      </p:sp>
      <p:sp>
        <p:nvSpPr>
          <p:cNvPr id="61" name="content-3-1">
            <a:extLst xmlns:a="http://schemas.openxmlformats.org/drawingml/2006/main">
              <a:ext uri="{FF2B5EF4-FFF2-40B4-BE49-F238E27FC236}">
                <a16:creationId xmlns:a16="http://schemas.microsoft.com/office/drawing/2014/main" id="{B048BC9A-DCED-4A18-857C-4C94307FC9AE}"/>
              </a:ext>
            </a:extLst>
          </p:cNvPr>
          <p:cNvSpPr>
            <a:spLocks xmlns:a="http://schemas.openxmlformats.org/drawingml/2006/main" noGrp="1"/>
          </p:cNvSpPr>
          <p:nvPr/>
        </p:nvSpPr>
        <p:spPr>
          <a:xfrm xmlns:a="http://schemas.openxmlformats.org/drawingml/2006/main">
            <a:off x="828675" y="1819275"/>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Продукт и интерфейс</a:t>
            </a:r>
          </a:p>
        </p:txBody>
      </p:sp>
      <p:sp>
        <p:nvSpPr>
          <p:cNvPr id="62" name="content-3-2">
            <a:extLst xmlns:a="http://schemas.openxmlformats.org/drawingml/2006/main">
              <a:ext uri="{FF2B5EF4-FFF2-40B4-BE49-F238E27FC236}">
                <a16:creationId xmlns:a16="http://schemas.microsoft.com/office/drawing/2014/main" id="{9BA0EA80-6A6B-4934-82B7-1FAADD239896}"/>
              </a:ext>
            </a:extLst>
          </p:cNvPr>
          <p:cNvSpPr>
            <a:spLocks xmlns:a="http://schemas.openxmlformats.org/drawingml/2006/main" noGrp="1"/>
          </p:cNvSpPr>
          <p:nvPr/>
        </p:nvSpPr>
        <p:spPr>
          <a:xfrm xmlns:a="http://schemas.openxmlformats.org/drawingml/2006/main">
            <a:off x="828675" y="2809875"/>
            <a:ext cx="31242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Сценарии кандидата и работодателя, требования и удобство первого контакта.</a:t>
            </a:r>
          </a:p>
        </p:txBody>
      </p:sp>
      <p:sp>
        <p:nvSpPr>
          <p:cNvPr id="63" name="content-3-3">
            <a:extLst xmlns:a="http://schemas.openxmlformats.org/drawingml/2006/main">
              <a:ext uri="{FF2B5EF4-FFF2-40B4-BE49-F238E27FC236}">
                <a16:creationId xmlns:a16="http://schemas.microsoft.com/office/drawing/2014/main" id="{B34C5591-F9E9-4E65-8D0D-37B5172AE6AF}"/>
              </a:ext>
            </a:extLst>
          </p:cNvPr>
          <p:cNvSpPr>
            <a:spLocks xmlns:a="http://schemas.openxmlformats.org/drawingml/2006/main" noGrp="1"/>
          </p:cNvSpPr>
          <p:nvPr/>
        </p:nvSpPr>
        <p:spPr>
          <a:xfrm xmlns:a="http://schemas.openxmlformats.org/drawingml/2006/main">
            <a:off x="4752975" y="1819275"/>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Платформа и данные</a:t>
            </a:r>
          </a:p>
        </p:txBody>
      </p:sp>
      <p:sp>
        <p:nvSpPr>
          <p:cNvPr id="64" name="content-3-4">
            <a:extLst xmlns:a="http://schemas.openxmlformats.org/drawingml/2006/main">
              <a:ext uri="{FF2B5EF4-FFF2-40B4-BE49-F238E27FC236}">
                <a16:creationId xmlns:a16="http://schemas.microsoft.com/office/drawing/2014/main" id="{AD549E43-9B78-4BAD-BF60-DE671DCC8500}"/>
              </a:ext>
            </a:extLst>
          </p:cNvPr>
          <p:cNvSpPr>
            <a:spLocks xmlns:a="http://schemas.openxmlformats.org/drawingml/2006/main" noGrp="1"/>
          </p:cNvSpPr>
          <p:nvPr/>
        </p:nvSpPr>
        <p:spPr>
          <a:xfrm xmlns:a="http://schemas.openxmlformats.org/drawingml/2006/main">
            <a:off x="4752975" y="2809875"/>
            <a:ext cx="31242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Профили, API, хранение результатов и правила доступа.</a:t>
            </a:r>
          </a:p>
        </p:txBody>
      </p:sp>
      <p:sp>
        <p:nvSpPr>
          <p:cNvPr id="65" name="content-3-5">
            <a:extLst xmlns:a="http://schemas.openxmlformats.org/drawingml/2006/main">
              <a:ext uri="{FF2B5EF4-FFF2-40B4-BE49-F238E27FC236}">
                <a16:creationId xmlns:a16="http://schemas.microsoft.com/office/drawing/2014/main" id="{E0DEA980-FA6C-45A5-B554-46FBAA848344}"/>
              </a:ext>
            </a:extLst>
          </p:cNvPr>
          <p:cNvSpPr>
            <a:spLocks xmlns:a="http://schemas.openxmlformats.org/drawingml/2006/main" noGrp="1"/>
          </p:cNvSpPr>
          <p:nvPr/>
        </p:nvSpPr>
        <p:spPr>
          <a:xfrm xmlns:a="http://schemas.openxmlformats.org/drawingml/2006/main">
            <a:off x="8677275" y="1819275"/>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Оценка и качество</a:t>
            </a:r>
          </a:p>
        </p:txBody>
      </p:sp>
      <p:sp>
        <p:nvSpPr>
          <p:cNvPr id="66" name="content-3-6">
            <a:extLst xmlns:a="http://schemas.openxmlformats.org/drawingml/2006/main">
              <a:ext uri="{FF2B5EF4-FFF2-40B4-BE49-F238E27FC236}">
                <a16:creationId xmlns:a16="http://schemas.microsoft.com/office/drawing/2014/main" id="{92656A06-B165-4A1B-9887-B8AA3B57E99F}"/>
              </a:ext>
            </a:extLst>
          </p:cNvPr>
          <p:cNvSpPr>
            <a:spLocks xmlns:a="http://schemas.openxmlformats.org/drawingml/2006/main" noGrp="1"/>
          </p:cNvSpPr>
          <p:nvPr/>
        </p:nvSpPr>
        <p:spPr>
          <a:xfrm xmlns:a="http://schemas.openxmlformats.org/drawingml/2006/main">
            <a:off x="8677275" y="2809875"/>
            <a:ext cx="31242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Рубрики тестов, объяснимый подбор и проверка пограничных случаев.</a:t>
            </a:r>
          </a:p>
        </p:txBody>
      </p:sp>
      <p:sp>
        <p:nvSpPr>
          <p:cNvPr id="67" name="content-3-7">
            <a:extLst xmlns:a="http://schemas.openxmlformats.org/drawingml/2006/main">
              <a:ext uri="{FF2B5EF4-FFF2-40B4-BE49-F238E27FC236}">
                <a16:creationId xmlns:a16="http://schemas.microsoft.com/office/drawing/2014/main" id="{C4758B8D-6D10-4A92-AC4E-04AF759DF910}"/>
              </a:ext>
            </a:extLst>
          </p:cNvPr>
          <p:cNvSpPr>
            <a:spLocks xmlns:a="http://schemas.openxmlformats.org/drawingml/2006/main" noGrp="1"/>
          </p:cNvSpPr>
          <p:nvPr/>
        </p:nvSpPr>
        <p:spPr>
          <a:xfrm xmlns:a="http://schemas.openxmlformats.org/drawingml/2006/main">
            <a:off x="809625" y="56864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Montserrat"/>
                <a:ea typeface="Montserrat"/>
                <a:cs typeface="Montserrat"/>
              </a:defRPr>
            </a:defPPr>
          </a:lstStyle>
          <a:p xmlns:a="http://schemas.openxmlformats.org/drawingml/2006/main">
            <a:pPr algn="l">
              <a:lnSpc>
                <a:spcPct val="120000"/>
              </a:lnSpc>
              <a:buNone/>
              <a:defRPr sz="1500" b="0">
                <a:solidFill>
                  <a:srgbClr val="FFFFFF"/>
                </a:solidFill>
                <a:latin typeface="Montserrat"/>
                <a:ea typeface="Montserrat"/>
                <a:cs typeface="Montserrat"/>
              </a:defRPr>
            </a:pPr>
            <a:r>
              <a:rPr sz="1500" b="0">
                <a:solidFill>
                  <a:srgbClr val="FFFFFF"/>
                </a:solidFill>
                <a:latin typeface="Montserrat"/>
                <a:ea typeface="Montserrat"/>
                <a:cs typeface="Montserrat"/>
              </a:rPr>
              <a:t>Предлагаемые зоны работы для 3 участников.</a:t>
            </a:r>
          </a:p>
          <a:p xmlns:a="http://schemas.openxmlformats.org/drawingml/2006/main">
            <a:pPr algn="l">
              <a:lnSpc>
                <a:spcPct val="120000"/>
              </a:lnSpc>
              <a:buNone/>
              <a:defRPr sz="1500" b="0">
                <a:solidFill>
                  <a:srgbClr val="FFFFFF"/>
                </a:solidFill>
                <a:latin typeface="Montserrat"/>
                <a:ea typeface="Montserrat"/>
                <a:cs typeface="Montserrat"/>
              </a:defRPr>
            </a:pPr>
            <a:r>
              <a:rPr sz="1500" b="0">
                <a:solidFill>
                  <a:srgbClr val="FFFFFF"/>
                </a:solidFill>
                <a:latin typeface="Montserrat"/>
                <a:ea typeface="Montserrat"/>
                <a:cs typeface="Montserrat"/>
              </a:rPr>
              <a:t>ФИО, контакты и места работы/учёбы в материалах не указаны.</a:t>
            </a:r>
          </a:p>
        </p:txBody>
      </p:sp>
      <p:sp>
        <p:nvSpPr>
          <p:cNvPr id="68" name="slide-number">
            <a:extLst xmlns:a="http://schemas.openxmlformats.org/drawingml/2006/main">
              <a:ext uri="{FF2B5EF4-FFF2-40B4-BE49-F238E27FC236}">
                <a16:creationId xmlns:a16="http://schemas.microsoft.com/office/drawing/2014/main" id="{2CA2A7E7-FFA6-4137-8C0F-01DE72F01A30}"/>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FFFFFF"/>
                </a:solidFill>
                <a:latin typeface="Montserrat"/>
                <a:ea typeface="Montserrat"/>
                <a:cs typeface="Montserrat"/>
              </a:defRPr>
            </a:defPPr>
          </a:lstStyle>
          <a:p xmlns:a="http://schemas.openxmlformats.org/drawingml/2006/main">
            <a:pPr algn="r">
              <a:buNone/>
              <a:defRPr sz="1200">
                <a:solidFill>
                  <a:srgbClr val="FFFFFF"/>
                </a:solidFill>
                <a:latin typeface="Montserrat"/>
                <a:ea typeface="Montserrat"/>
                <a:cs typeface="Montserrat"/>
              </a:defRPr>
            </a:pPr>
            <a:r>
              <a:rPr sz="1200">
                <a:solidFill>
                  <a:srgbClr val="FFFFFF"/>
                </a:solidFill>
                <a:latin typeface="Montserrat"/>
                <a:ea typeface="Montserrat"/>
                <a:cs typeface="Montserrat"/>
              </a:rPr>
              <a:t>3</a:t>
            </a:r>
          </a:p>
        </p:txBody>
      </p:sp>
    </p:spTree>
    <p:extLst>
      <p:ext uri="{BB962C8B-B14F-4D97-AF65-F5344CB8AC3E}">
        <p14:creationId xmlns:p14="http://schemas.microsoft.com/office/powerpoint/2010/main" val="922147036"/>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c57d2a8fd8704f24">
            <a:lum/>
          </a:blip>
          <a:srcRect l="0" t="0" r="0" b="0"/>
          <a:stretch>
            <a:fillRect l="0" t="0" r="0" b="0"/>
          </a:stretch>
        </a:blipFill>
      </p:bgPr>
    </p:bg>
    <p:spTree>
      <p:nvGrpSpPr>
        <p:cNvPr id="1" name=""/>
        <p:cNvGrpSpPr/>
        <p:nvPr/>
      </p:nvGrpSpPr>
      <p:grpSpPr>
        <a:xfrm xmlns:a="http://schemas.openxmlformats.org/drawingml/2006/main"/>
      </p:grpSpPr>
      <p:sp>
        <p:nvSpPr>
          <p:cNvPr id="2" name="Скругленный прямоугольник 1">
            <a:extLst xmlns:a="http://schemas.openxmlformats.org/drawingml/2006/main">
              <a:ext uri="{FF2B5EF4-FFF2-40B4-BE49-F238E27FC236}">
                <a16:creationId xmlns:a16="http://schemas.microsoft.com/office/drawing/2014/main" id="{9376089D-9A77-730A-ADAF-A685C17F1AED}"/>
              </a:ext>
            </a:extLst>
          </p:cNvPr>
          <p:cNvSpPr>
            <a:spLocks xmlns:a="http://schemas.openxmlformats.org/drawingml/2006/main" noGrp="1"/>
          </p:cNvSpPr>
          <p:nvPr/>
        </p:nvSpPr>
        <p:spPr>
          <a:xfrm xmlns:a="http://schemas.openxmlformats.org/drawingml/2006/main">
            <a:off x="346075" y="324562"/>
            <a:ext cx="6286500" cy="620919"/>
          </a:xfrm>
          <a:prstGeom xmlns:a="http://schemas.openxmlformats.org/drawingml/2006/main" prst="roundRect">
            <a:avLst>
              <a:gd name="adj" fmla="val 18706"/>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5" name="Прямая соединительная линия 4">
            <a:extLst xmlns:a="http://schemas.openxmlformats.org/drawingml/2006/main">
              <a:ext uri="{FF2B5EF4-FFF2-40B4-BE49-F238E27FC236}">
                <a16:creationId xmlns:a16="http://schemas.microsoft.com/office/drawing/2014/main" id="{F7707DF7-73DD-4ECD-A563-2926A9207B7C}"/>
              </a:ext>
            </a:extLst>
          </p:cNvPr>
          <p:cNvSpPr>
            <a:spLocks xmlns:a="http://schemas.openxmlformats.org/drawingml/2006/main" noGrp="1"/>
          </p:cNvSpPr>
          <p:nvPr/>
        </p:nvSpPr>
        <p:spPr>
          <a:xfrm xmlns:a="http://schemas.openxmlformats.org/drawingml/2006/main">
            <a:off x="623888" y="2745691"/>
            <a:ext cx="11233150" cy="0"/>
          </a:xfrm>
          <a:prstGeom xmlns:a="http://schemas.openxmlformats.org/drawingml/2006/main" prst="line">
            <a:avLst/>
          </a:prstGeom>
          <a:ln xmlns:a="http://schemas.openxmlformats.org/drawingml/2006/main">
            <a:solidFill>
              <a:schemeClr val="accent1"/>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6" name="Прямая соединительная линия 5">
            <a:extLst xmlns:a="http://schemas.openxmlformats.org/drawingml/2006/main">
              <a:ext uri="{FF2B5EF4-FFF2-40B4-BE49-F238E27FC236}">
                <a16:creationId xmlns:a16="http://schemas.microsoft.com/office/drawing/2014/main" id="{229AC799-74EB-47D6-A026-5FF4C306BE2D}"/>
              </a:ext>
            </a:extLst>
          </p:cNvPr>
          <p:cNvSpPr>
            <a:spLocks xmlns:a="http://schemas.openxmlformats.org/drawingml/2006/main" noGrp="1"/>
          </p:cNvSpPr>
          <p:nvPr/>
        </p:nvSpPr>
        <p:spPr>
          <a:xfrm xmlns:a="http://schemas.openxmlformats.org/drawingml/2006/main">
            <a:off x="623888" y="4407066"/>
            <a:ext cx="11233150" cy="0"/>
          </a:xfrm>
          <a:prstGeom xmlns:a="http://schemas.openxmlformats.org/drawingml/2006/main" prst="line">
            <a:avLst/>
          </a:prstGeom>
          <a:ln xmlns:a="http://schemas.openxmlformats.org/drawingml/2006/main">
            <a:solidFill>
              <a:schemeClr val="accent1"/>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8" name="Прямая соединительная линия 7">
            <a:extLst xmlns:a="http://schemas.openxmlformats.org/drawingml/2006/main">
              <a:ext uri="{FF2B5EF4-FFF2-40B4-BE49-F238E27FC236}">
                <a16:creationId xmlns:a16="http://schemas.microsoft.com/office/drawing/2014/main" id="{B830FF04-36CF-4778-8E1C-B244C79E19A8}"/>
              </a:ext>
            </a:extLst>
          </p:cNvPr>
          <p:cNvSpPr>
            <a:spLocks xmlns:a="http://schemas.openxmlformats.org/drawingml/2006/main" noGrp="1"/>
          </p:cNvSpPr>
          <p:nvPr/>
        </p:nvSpPr>
        <p:spPr>
          <a:xfrm xmlns:a="http://schemas.openxmlformats.org/drawingml/2006/main">
            <a:off x="623888" y="1110074"/>
            <a:ext cx="11233150" cy="0"/>
          </a:xfrm>
          <a:prstGeom xmlns:a="http://schemas.openxmlformats.org/drawingml/2006/main" prst="line">
            <a:avLst/>
          </a:prstGeom>
          <a:ln xmlns:a="http://schemas.openxmlformats.org/drawingml/2006/main">
            <a:solidFill>
              <a:schemeClr val="accent1"/>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9" name="primary-heading">
            <a:extLst xmlns:a="http://schemas.openxmlformats.org/drawingml/2006/main">
              <a:ext uri="{FF2B5EF4-FFF2-40B4-BE49-F238E27FC236}">
                <a16:creationId xmlns:a16="http://schemas.microsoft.com/office/drawing/2014/main" id="{E4AF0784-C659-40C2-98FC-D747F384915D}"/>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FFFFFF"/>
                </a:solidFill>
                <a:latin typeface="Montserrat"/>
                <a:ea typeface="Montserrat"/>
                <a:cs typeface="Montserrat"/>
              </a:defRPr>
            </a:defPPr>
          </a:lstStyle>
          <a:p xmlns:a="http://schemas.openxmlformats.org/drawingml/2006/main">
            <a:pPr algn="l">
              <a:lnSpc>
                <a:spcPct val="120000"/>
              </a:lnSpc>
              <a:buNone/>
              <a:defRPr sz="1997" b="1">
                <a:solidFill>
                  <a:srgbClr val="FFFFFF"/>
                </a:solidFill>
                <a:latin typeface="Montserrat"/>
                <a:ea typeface="Montserrat"/>
                <a:cs typeface="Montserrat"/>
              </a:defRPr>
            </a:pPr>
            <a:r>
              <a:rPr sz="1997" b="1">
                <a:solidFill>
                  <a:srgbClr val="FFFFFF"/>
                </a:solidFill>
                <a:latin typeface="Montserrat"/>
                <a:ea typeface="Montserrat"/>
                <a:cs typeface="Montserrat"/>
              </a:rPr>
              <a:t>ПРОБЛЕМА И ВЫБОР РЕШЕНИЯ</a:t>
            </a:r>
          </a:p>
        </p:txBody>
      </p:sp>
      <p:sp>
        <p:nvSpPr>
          <p:cNvPr id="10" name="content-4-1">
            <a:extLst xmlns:a="http://schemas.openxmlformats.org/drawingml/2006/main">
              <a:ext uri="{FF2B5EF4-FFF2-40B4-BE49-F238E27FC236}">
                <a16:creationId xmlns:a16="http://schemas.microsoft.com/office/drawing/2014/main" id="{20F2A1D4-AF8F-49F0-962E-63F860C2B264}"/>
              </a:ext>
            </a:extLst>
          </p:cNvPr>
          <p:cNvSpPr>
            <a:spLocks xmlns:a="http://schemas.openxmlformats.org/drawingml/2006/main" noGrp="1"/>
          </p:cNvSpPr>
          <p:nvPr/>
        </p:nvSpPr>
        <p:spPr>
          <a:xfrm xmlns:a="http://schemas.openxmlformats.org/drawingml/2006/main">
            <a:off x="619125" y="13620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Разные представления об уровне</a:t>
            </a:r>
          </a:p>
        </p:txBody>
      </p:sp>
      <p:sp>
        <p:nvSpPr>
          <p:cNvPr id="11" name="content-4-2">
            <a:extLst xmlns:a="http://schemas.openxmlformats.org/drawingml/2006/main">
              <a:ext uri="{FF2B5EF4-FFF2-40B4-BE49-F238E27FC236}">
                <a16:creationId xmlns:a16="http://schemas.microsoft.com/office/drawing/2014/main" id="{59AD66F8-5E6C-4ED6-B7F4-34BCBED5362F}"/>
              </a:ext>
            </a:extLst>
          </p:cNvPr>
          <p:cNvSpPr>
            <a:spLocks xmlns:a="http://schemas.openxmlformats.org/drawingml/2006/main" noGrp="1"/>
          </p:cNvSpPr>
          <p:nvPr/>
        </p:nvSpPr>
        <p:spPr>
          <a:xfrm xmlns:a="http://schemas.openxmlformats.org/drawingml/2006/main">
            <a:off x="619125" y="1828800"/>
            <a:ext cx="10334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Название «Middle» само по себе не объясняет, какие задачи решает кандидат. Резюме и результаты соревнований требуют проверки.</a:t>
            </a:r>
          </a:p>
        </p:txBody>
      </p:sp>
      <p:sp>
        <p:nvSpPr>
          <p:cNvPr id="12" name="content-4-3">
            <a:extLst xmlns:a="http://schemas.openxmlformats.org/drawingml/2006/main">
              <a:ext uri="{FF2B5EF4-FFF2-40B4-BE49-F238E27FC236}">
                <a16:creationId xmlns:a16="http://schemas.microsoft.com/office/drawing/2014/main" id="{31C3D7B4-2635-4967-AF37-3B6E146D4E90}"/>
              </a:ext>
            </a:extLst>
          </p:cNvPr>
          <p:cNvSpPr>
            <a:spLocks xmlns:a="http://schemas.openxmlformats.org/drawingml/2006/main" noGrp="1"/>
          </p:cNvSpPr>
          <p:nvPr/>
        </p:nvSpPr>
        <p:spPr>
          <a:xfrm xmlns:a="http://schemas.openxmlformats.org/drawingml/2006/main">
            <a:off x="619125" y="30384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Общая шкала для двух сторон</a:t>
            </a:r>
          </a:p>
        </p:txBody>
      </p:sp>
      <p:sp>
        <p:nvSpPr>
          <p:cNvPr id="13" name="content-4-4">
            <a:extLst xmlns:a="http://schemas.openxmlformats.org/drawingml/2006/main">
              <a:ext uri="{FF2B5EF4-FFF2-40B4-BE49-F238E27FC236}">
                <a16:creationId xmlns:a16="http://schemas.microsoft.com/office/drawing/2014/main" id="{917CF036-19AA-48F4-8266-894A03C6C855}"/>
              </a:ext>
            </a:extLst>
          </p:cNvPr>
          <p:cNvSpPr>
            <a:spLocks xmlns:a="http://schemas.openxmlformats.org/drawingml/2006/main" noGrp="1"/>
          </p:cNvSpPr>
          <p:nvPr/>
        </p:nvSpPr>
        <p:spPr>
          <a:xfrm xmlns:a="http://schemas.openxmlformats.org/drawingml/2006/main">
            <a:off x="619125" y="3505200"/>
            <a:ext cx="10334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ТЗ ФСП и ответы постановщиков задают сценарий найма. Матрица связывает тест кандидата с требованиями вакансии.</a:t>
            </a:r>
          </a:p>
        </p:txBody>
      </p:sp>
      <p:sp>
        <p:nvSpPr>
          <p:cNvPr id="14" name="content-4-5">
            <a:extLst xmlns:a="http://schemas.openxmlformats.org/drawingml/2006/main">
              <a:ext uri="{FF2B5EF4-FFF2-40B4-BE49-F238E27FC236}">
                <a16:creationId xmlns:a16="http://schemas.microsoft.com/office/drawing/2014/main" id="{272952BA-A15B-4685-AD76-D82B077223E6}"/>
              </a:ext>
            </a:extLst>
          </p:cNvPr>
          <p:cNvSpPr>
            <a:spLocks xmlns:a="http://schemas.openxmlformats.org/drawingml/2006/main" noGrp="1"/>
          </p:cNvSpPr>
          <p:nvPr/>
        </p:nvSpPr>
        <p:spPr>
          <a:xfrm xmlns:a="http://schemas.openxmlformats.org/drawingml/2006/main">
            <a:off x="619125" y="47148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Что предстоит проверить</a:t>
            </a:r>
          </a:p>
        </p:txBody>
      </p:sp>
      <p:sp>
        <p:nvSpPr>
          <p:cNvPr id="15" name="content-4-6">
            <a:extLst xmlns:a="http://schemas.openxmlformats.org/drawingml/2006/main">
              <a:ext uri="{FF2B5EF4-FFF2-40B4-BE49-F238E27FC236}">
                <a16:creationId xmlns:a16="http://schemas.microsoft.com/office/drawing/2014/main" id="{DC75A8AD-4AC8-4182-B338-75357561C01E}"/>
              </a:ext>
            </a:extLst>
          </p:cNvPr>
          <p:cNvSpPr>
            <a:spLocks xmlns:a="http://schemas.openxmlformats.org/drawingml/2006/main" noGrp="1"/>
          </p:cNvSpPr>
          <p:nvPr/>
        </p:nvSpPr>
        <p:spPr>
          <a:xfrm xmlns:a="http://schemas.openxmlformats.org/drawingml/2006/main">
            <a:off x="619125" y="5181600"/>
            <a:ext cx="10334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Критерии уровней должны быть понятны экспертам. Тесты должны проверять эти критерии, а подбор показывать пробелы.</a:t>
            </a:r>
          </a:p>
        </p:txBody>
      </p:sp>
      <p:sp>
        <p:nvSpPr>
          <p:cNvPr id="16" name="slide-number">
            <a:extLst xmlns:a="http://schemas.openxmlformats.org/drawingml/2006/main">
              <a:ext uri="{FF2B5EF4-FFF2-40B4-BE49-F238E27FC236}">
                <a16:creationId xmlns:a16="http://schemas.microsoft.com/office/drawing/2014/main" id="{6D106A31-D5BE-48F0-B790-DC31A259F10E}"/>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4</a:t>
            </a:r>
          </a:p>
        </p:txBody>
      </p:sp>
    </p:spTree>
    <p:extLst>
      <p:ext uri="{BB962C8B-B14F-4D97-AF65-F5344CB8AC3E}">
        <p14:creationId xmlns:p14="http://schemas.microsoft.com/office/powerpoint/2010/main" val="2035511140"/>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3597b0d90c7a4f3b">
            <a:lum/>
          </a:blip>
          <a:srcRect l="0" t="0" r="0" b="0"/>
          <a:stretch>
            <a:fillRect l="0" t="0" r="0" b="0"/>
          </a:stretch>
        </a:blipFill>
      </p:bgPr>
    </p:bg>
    <p:spTree>
      <p:nvGrpSpPr>
        <p:cNvPr id="1" name=""/>
        <p:cNvGrpSpPr/>
        <p:nvPr/>
      </p:nvGrpSpPr>
      <p:grpSpPr>
        <a:xfrm xmlns:a="http://schemas.openxmlformats.org/drawingml/2006/main"/>
      </p:grpSpPr>
      <p:sp>
        <p:nvSpPr>
          <p:cNvPr id="10" name="Скругленный прямоугольник 9">
            <a:extLst xmlns:a="http://schemas.openxmlformats.org/drawingml/2006/main">
              <a:ext uri="{FF2B5EF4-FFF2-40B4-BE49-F238E27FC236}">
                <a16:creationId xmlns:a16="http://schemas.microsoft.com/office/drawing/2014/main" id="{99639827-4B20-41B4-B9A5-E5F859569F5A}"/>
              </a:ext>
            </a:extLst>
          </p:cNvPr>
          <p:cNvSpPr>
            <a:spLocks xmlns:a="http://schemas.openxmlformats.org/drawingml/2006/main" noGrp="1"/>
          </p:cNvSpPr>
          <p:nvPr/>
        </p:nvSpPr>
        <p:spPr>
          <a:xfrm xmlns:a="http://schemas.openxmlformats.org/drawingml/2006/main">
            <a:off x="346075" y="324562"/>
            <a:ext cx="6286500" cy="620919"/>
          </a:xfrm>
          <a:prstGeom xmlns:a="http://schemas.openxmlformats.org/drawingml/2006/main" prst="roundRect">
            <a:avLst>
              <a:gd name="adj" fmla="val 18706"/>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24" name="Скругленный прямоугольник 23">
            <a:extLst xmlns:a="http://schemas.openxmlformats.org/drawingml/2006/main">
              <a:ext uri="{FF2B5EF4-FFF2-40B4-BE49-F238E27FC236}">
                <a16:creationId xmlns:a16="http://schemas.microsoft.com/office/drawing/2014/main" id="{D6D9A41E-4495-E50B-97DA-5E654B99A15A}"/>
              </a:ext>
            </a:extLst>
          </p:cNvPr>
          <p:cNvSpPr>
            <a:spLocks xmlns:a="http://schemas.openxmlformats.org/drawingml/2006/main" noGrp="1"/>
          </p:cNvSpPr>
          <p:nvPr/>
        </p:nvSpPr>
        <p:spPr>
          <a:xfrm xmlns:a="http://schemas.openxmlformats.org/drawingml/2006/main">
            <a:off x="6230774" y="1211284"/>
            <a:ext cx="5440313" cy="4989492"/>
          </a:xfrm>
          <a:prstGeom xmlns:a="http://schemas.openxmlformats.org/drawingml/2006/main" prst="roundRect">
            <a:avLst>
              <a:gd name="adj" fmla="val 3865"/>
            </a:avLst>
          </a:prstGeom>
          <a:solidFill xmlns:a="http://schemas.openxmlformats.org/drawingml/2006/main">
            <a:schemeClr val="bg1"/>
          </a:solidFill>
          <a:ln xmlns:a="http://schemas.openxmlformats.org/drawingml/2006/main" w="9525" cap="flat" cmpd="sng">
            <a:no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27" name="Скругленный прямоугольник 26">
            <a:extLst xmlns:a="http://schemas.openxmlformats.org/drawingml/2006/main">
              <a:ext uri="{FF2B5EF4-FFF2-40B4-BE49-F238E27FC236}">
                <a16:creationId xmlns:a16="http://schemas.microsoft.com/office/drawing/2014/main" id="{4205FFC6-B5B1-7076-639B-E4DAFE652AFA}"/>
              </a:ext>
            </a:extLst>
          </p:cNvPr>
          <p:cNvSpPr>
            <a:spLocks xmlns:a="http://schemas.openxmlformats.org/drawingml/2006/main" noGrp="1"/>
          </p:cNvSpPr>
          <p:nvPr/>
        </p:nvSpPr>
        <p:spPr>
          <a:xfrm xmlns:a="http://schemas.openxmlformats.org/drawingml/2006/main">
            <a:off x="346076" y="1211284"/>
            <a:ext cx="5440313" cy="4989492"/>
          </a:xfrm>
          <a:prstGeom xmlns:a="http://schemas.openxmlformats.org/drawingml/2006/main" prst="roundRect">
            <a:avLst>
              <a:gd name="adj" fmla="val 3407"/>
            </a:avLst>
          </a:prstGeom>
          <a:solidFill xmlns:a="http://schemas.openxmlformats.org/drawingml/2006/main">
            <a:schemeClr val="bg1"/>
          </a:solidFill>
          <a:ln xmlns:a="http://schemas.openxmlformats.org/drawingml/2006/main" w="9525" cap="flat" cmpd="sng">
            <a:no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28" name="primary-heading">
            <a:extLst xmlns:a="http://schemas.openxmlformats.org/drawingml/2006/main">
              <a:ext uri="{FF2B5EF4-FFF2-40B4-BE49-F238E27FC236}">
                <a16:creationId xmlns:a16="http://schemas.microsoft.com/office/drawing/2014/main" id="{FADC6689-308C-4D1A-AE89-E5F9E6D3969A}"/>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FFFFFF"/>
                </a:solidFill>
                <a:latin typeface="Montserrat"/>
                <a:ea typeface="Montserrat"/>
                <a:cs typeface="Montserrat"/>
              </a:defRPr>
            </a:defPPr>
          </a:lstStyle>
          <a:p xmlns:a="http://schemas.openxmlformats.org/drawingml/2006/main">
            <a:pPr algn="l">
              <a:lnSpc>
                <a:spcPct val="120000"/>
              </a:lnSpc>
              <a:buNone/>
              <a:defRPr sz="1997" b="1">
                <a:solidFill>
                  <a:srgbClr val="FFFFFF"/>
                </a:solidFill>
                <a:latin typeface="Montserrat"/>
                <a:ea typeface="Montserrat"/>
                <a:cs typeface="Montserrat"/>
              </a:defRPr>
            </a:pPr>
            <a:r>
              <a:rPr sz="1997" b="1">
                <a:solidFill>
                  <a:srgbClr val="FFFFFF"/>
                </a:solidFill>
                <a:latin typeface="Montserrat"/>
                <a:ea typeface="Montserrat"/>
                <a:cs typeface="Montserrat"/>
              </a:rPr>
              <a:t>КАК РАБОТАЕТ РЕШЕНИЕ</a:t>
            </a:r>
          </a:p>
        </p:txBody>
      </p:sp>
      <p:sp>
        <p:nvSpPr>
          <p:cNvPr id="29" name="content-5-1">
            <a:extLst xmlns:a="http://schemas.openxmlformats.org/drawingml/2006/main">
              <a:ext uri="{FF2B5EF4-FFF2-40B4-BE49-F238E27FC236}">
                <a16:creationId xmlns:a16="http://schemas.microsoft.com/office/drawing/2014/main" id="{D83CB99C-EFE2-4875-A90C-4ECDC3EC4E48}"/>
              </a:ext>
            </a:extLst>
          </p:cNvPr>
          <p:cNvSpPr>
            <a:spLocks xmlns:a="http://schemas.openxmlformats.org/drawingml/2006/main" noGrp="1"/>
          </p:cNvSpPr>
          <p:nvPr/>
        </p:nvSpPr>
        <p:spPr>
          <a:xfrm xmlns:a="http://schemas.openxmlformats.org/drawingml/2006/main">
            <a:off x="666750" y="157162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Кандидат подтверждает навыки</a:t>
            </a:r>
          </a:p>
        </p:txBody>
      </p:sp>
      <p:sp>
        <p:nvSpPr>
          <p:cNvPr id="30" name="content-5-2">
            <a:extLst xmlns:a="http://schemas.openxmlformats.org/drawingml/2006/main">
              <a:ext uri="{FF2B5EF4-FFF2-40B4-BE49-F238E27FC236}">
                <a16:creationId xmlns:a16="http://schemas.microsoft.com/office/drawing/2014/main" id="{927B1783-B268-4DB7-ACAF-31A1E9CE547D}"/>
              </a:ext>
            </a:extLst>
          </p:cNvPr>
          <p:cNvSpPr>
            <a:spLocks xmlns:a="http://schemas.openxmlformats.org/drawingml/2006/main" noGrp="1"/>
          </p:cNvSpPr>
          <p:nvPr/>
        </p:nvSpPr>
        <p:spPr>
          <a:xfrm xmlns:a="http://schemas.openxmlformats.org/drawingml/2006/main">
            <a:off x="666750" y="2314575"/>
            <a:ext cx="471487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Выбирает специализацию и грейд.</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Проходит тест по открытой матрице.</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Получает профиль: что подтверждено и чего не хватает.</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Соревнования компаний помогают развивать и проверять новые навыки.</a:t>
            </a:r>
          </a:p>
        </p:txBody>
      </p:sp>
      <p:sp>
        <p:nvSpPr>
          <p:cNvPr id="31" name="content-5-3">
            <a:extLst xmlns:a="http://schemas.openxmlformats.org/drawingml/2006/main">
              <a:ext uri="{FF2B5EF4-FFF2-40B4-BE49-F238E27FC236}">
                <a16:creationId xmlns:a16="http://schemas.microsoft.com/office/drawing/2014/main" id="{E0B48462-94DD-4A0E-892B-92AFA3039A68}"/>
              </a:ext>
            </a:extLst>
          </p:cNvPr>
          <p:cNvSpPr>
            <a:spLocks xmlns:a="http://schemas.openxmlformats.org/drawingml/2006/main" noGrp="1"/>
          </p:cNvSpPr>
          <p:nvPr/>
        </p:nvSpPr>
        <p:spPr>
          <a:xfrm xmlns:a="http://schemas.openxmlformats.org/drawingml/2006/main">
            <a:off x="6581775" y="157162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Компания находит соответствие</a:t>
            </a:r>
          </a:p>
        </p:txBody>
      </p:sp>
      <p:sp>
        <p:nvSpPr>
          <p:cNvPr id="32" name="content-5-4">
            <a:extLst xmlns:a="http://schemas.openxmlformats.org/drawingml/2006/main">
              <a:ext uri="{FF2B5EF4-FFF2-40B4-BE49-F238E27FC236}">
                <a16:creationId xmlns:a16="http://schemas.microsoft.com/office/drawing/2014/main" id="{F12ABA24-89C3-4A3E-951A-22EBA72FCAF0}"/>
              </a:ext>
            </a:extLst>
          </p:cNvPr>
          <p:cNvSpPr>
            <a:spLocks xmlns:a="http://schemas.openxmlformats.org/drawingml/2006/main" noGrp="1"/>
          </p:cNvSpPr>
          <p:nvPr/>
        </p:nvSpPr>
        <p:spPr>
          <a:xfrm xmlns:a="http://schemas.openxmlformats.org/drawingml/2006/main">
            <a:off x="6581775" y="2314575"/>
            <a:ext cx="471487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Задаёт требования по той же матрице.</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Видит анонимные профили, совпадения и пробелы.</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Отправляет предложение с задачами и вилкой.</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Журнал хранит решение и указанную причину отказа.</a:t>
            </a:r>
          </a:p>
        </p:txBody>
      </p:sp>
      <p:sp>
        <p:nvSpPr>
          <p:cNvPr id="33" name="slide-number">
            <a:extLst xmlns:a="http://schemas.openxmlformats.org/drawingml/2006/main">
              <a:ext uri="{FF2B5EF4-FFF2-40B4-BE49-F238E27FC236}">
                <a16:creationId xmlns:a16="http://schemas.microsoft.com/office/drawing/2014/main" id="{4EB2512C-8978-421D-B4AD-C5282D0FEE8B}"/>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FFFFFF"/>
                </a:solidFill>
                <a:latin typeface="Montserrat"/>
                <a:ea typeface="Montserrat"/>
                <a:cs typeface="Montserrat"/>
              </a:defRPr>
            </a:defPPr>
          </a:lstStyle>
          <a:p xmlns:a="http://schemas.openxmlformats.org/drawingml/2006/main">
            <a:pPr algn="r">
              <a:buNone/>
              <a:defRPr sz="1200">
                <a:solidFill>
                  <a:srgbClr val="FFFFFF"/>
                </a:solidFill>
                <a:latin typeface="Montserrat"/>
                <a:ea typeface="Montserrat"/>
                <a:cs typeface="Montserrat"/>
              </a:defRPr>
            </a:pPr>
            <a:r>
              <a:rPr sz="1200">
                <a:solidFill>
                  <a:srgbClr val="FFFFFF"/>
                </a:solidFill>
                <a:latin typeface="Montserrat"/>
                <a:ea typeface="Montserrat"/>
                <a:cs typeface="Montserrat"/>
              </a:rPr>
              <a:t>5</a:t>
            </a:r>
          </a:p>
        </p:txBody>
      </p:sp>
    </p:spTree>
    <p:extLst>
      <p:ext uri="{BB962C8B-B14F-4D97-AF65-F5344CB8AC3E}">
        <p14:creationId xmlns:p14="http://schemas.microsoft.com/office/powerpoint/2010/main" val="3998776457"/>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1f763df82d094b59">
            <a:lum/>
          </a:blip>
          <a:srcRect l="0" t="0" r="0" b="0"/>
          <a:stretch>
            <a:fillRect l="0" t="0" r="0" b="0"/>
          </a:stretch>
        </a:blipFill>
      </p:bgPr>
    </p:bg>
    <p:spTree>
      <p:nvGrpSpPr>
        <p:cNvPr id="1" name=""/>
        <p:cNvGrpSpPr/>
        <p:nvPr/>
      </p:nvGrpSpPr>
      <p:grpSpPr>
        <a:xfrm xmlns:a="http://schemas.openxmlformats.org/drawingml/2006/main"/>
      </p:grpSpPr>
      <p:sp>
        <p:nvSpPr>
          <p:cNvPr id="23" name="Скругленный прямоугольник 22">
            <a:extLst xmlns:a="http://schemas.openxmlformats.org/drawingml/2006/main">
              <a:ext uri="{FF2B5EF4-FFF2-40B4-BE49-F238E27FC236}">
                <a16:creationId xmlns:a16="http://schemas.microsoft.com/office/drawing/2014/main" id="{7922FF53-ACE2-23D9-1F2E-C3CB2E860DAF}"/>
              </a:ext>
            </a:extLst>
          </p:cNvPr>
          <p:cNvSpPr>
            <a:spLocks xmlns:a="http://schemas.openxmlformats.org/drawingml/2006/main" noGrp="1"/>
          </p:cNvSpPr>
          <p:nvPr/>
        </p:nvSpPr>
        <p:spPr>
          <a:xfrm xmlns:a="http://schemas.openxmlformats.org/drawingml/2006/main">
            <a:off x="346075" y="324562"/>
            <a:ext cx="6286500" cy="620919"/>
          </a:xfrm>
          <a:prstGeom xmlns:a="http://schemas.openxmlformats.org/drawingml/2006/main" prst="roundRect">
            <a:avLst>
              <a:gd name="adj" fmla="val 18706"/>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24" name="primary-heading">
            <a:extLst xmlns:a="http://schemas.openxmlformats.org/drawingml/2006/main">
              <a:ext uri="{FF2B5EF4-FFF2-40B4-BE49-F238E27FC236}">
                <a16:creationId xmlns:a16="http://schemas.microsoft.com/office/drawing/2014/main" id="{1C935D67-46CA-494F-AAEA-62827D0E91BD}"/>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FFFFFF"/>
                </a:solidFill>
                <a:latin typeface="Montserrat"/>
                <a:ea typeface="Montserrat"/>
                <a:cs typeface="Montserrat"/>
              </a:defRPr>
            </a:defPPr>
          </a:lstStyle>
          <a:p xmlns:a="http://schemas.openxmlformats.org/drawingml/2006/main">
            <a:pPr algn="l">
              <a:lnSpc>
                <a:spcPct val="120000"/>
              </a:lnSpc>
              <a:buNone/>
              <a:defRPr sz="1997" b="1">
                <a:solidFill>
                  <a:srgbClr val="FFFFFF"/>
                </a:solidFill>
                <a:latin typeface="Montserrat"/>
                <a:ea typeface="Montserrat"/>
                <a:cs typeface="Montserrat"/>
              </a:defRPr>
            </a:pPr>
            <a:r>
              <a:rPr sz="1997" b="1">
                <a:solidFill>
                  <a:srgbClr val="FFFFFF"/>
                </a:solidFill>
                <a:latin typeface="Montserrat"/>
                <a:ea typeface="Montserrat"/>
                <a:cs typeface="Montserrat"/>
              </a:rPr>
              <a:t>ПУТЬ ДО ПЕРВОГО КОНТАКТА</a:t>
            </a:r>
          </a:p>
        </p:txBody>
      </p:sp>
      <p:sp>
        <p:nvSpPr>
          <p:cNvPr id="25" name="content-6-1">
            <a:extLst xmlns:a="http://schemas.openxmlformats.org/drawingml/2006/main">
              <a:ext uri="{FF2B5EF4-FFF2-40B4-BE49-F238E27FC236}">
                <a16:creationId xmlns:a16="http://schemas.microsoft.com/office/drawing/2014/main" id="{53FB1FE7-F403-41A9-BC23-0B71681953A5}"/>
              </a:ext>
            </a:extLst>
          </p:cNvPr>
          <p:cNvSpPr>
            <a:spLocks xmlns:a="http://schemas.openxmlformats.org/drawingml/2006/main" noGrp="1"/>
          </p:cNvSpPr>
          <p:nvPr/>
        </p:nvSpPr>
        <p:spPr>
          <a:xfrm xmlns:a="http://schemas.openxmlformats.org/drawingml/2006/main">
            <a:off x="619125" y="1571625"/>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01. Профиль и тест</a:t>
            </a:r>
          </a:p>
        </p:txBody>
      </p:sp>
      <p:sp>
        <p:nvSpPr>
          <p:cNvPr id="26" name="content-6-2">
            <a:extLst xmlns:a="http://schemas.openxmlformats.org/drawingml/2006/main">
              <a:ext uri="{FF2B5EF4-FFF2-40B4-BE49-F238E27FC236}">
                <a16:creationId xmlns:a16="http://schemas.microsoft.com/office/drawing/2014/main" id="{6EFF8EC1-678D-4C92-A92B-CA0C28D745C8}"/>
              </a:ext>
            </a:extLst>
          </p:cNvPr>
          <p:cNvSpPr>
            <a:spLocks xmlns:a="http://schemas.openxmlformats.org/drawingml/2006/main" noGrp="1"/>
          </p:cNvSpPr>
          <p:nvPr/>
        </p:nvSpPr>
        <p:spPr>
          <a:xfrm xmlns:a="http://schemas.openxmlformats.org/drawingml/2006/main">
            <a:off x="4762500" y="1571625"/>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Кандидат выбирает специализацию и грейд. Тест проверяет навыки по открытой матрице.</a:t>
            </a:r>
          </a:p>
        </p:txBody>
      </p:sp>
      <p:sp>
        <p:nvSpPr>
          <p:cNvPr id="27" name="content-6-3">
            <a:extLst xmlns:a="http://schemas.openxmlformats.org/drawingml/2006/main">
              <a:ext uri="{FF2B5EF4-FFF2-40B4-BE49-F238E27FC236}">
                <a16:creationId xmlns:a16="http://schemas.microsoft.com/office/drawing/2014/main" id="{4331E321-291C-4097-A194-BDED50927554}"/>
              </a:ext>
            </a:extLst>
          </p:cNvPr>
          <p:cNvSpPr>
            <a:spLocks xmlns:a="http://schemas.openxmlformats.org/drawingml/2006/main" noGrp="1"/>
          </p:cNvSpPr>
          <p:nvPr/>
        </p:nvSpPr>
        <p:spPr>
          <a:xfrm xmlns:a="http://schemas.openxmlformats.org/drawingml/2006/main">
            <a:off x="619125" y="2933700"/>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02. Требования и подбор</a:t>
            </a:r>
          </a:p>
        </p:txBody>
      </p:sp>
      <p:sp>
        <p:nvSpPr>
          <p:cNvPr id="28" name="content-6-4">
            <a:extLst xmlns:a="http://schemas.openxmlformats.org/drawingml/2006/main">
              <a:ext uri="{FF2B5EF4-FFF2-40B4-BE49-F238E27FC236}">
                <a16:creationId xmlns:a16="http://schemas.microsoft.com/office/drawing/2014/main" id="{80E01086-C53B-4566-83D1-D2B9161AE652}"/>
              </a:ext>
            </a:extLst>
          </p:cNvPr>
          <p:cNvSpPr>
            <a:spLocks xmlns:a="http://schemas.openxmlformats.org/drawingml/2006/main" noGrp="1"/>
          </p:cNvSpPr>
          <p:nvPr/>
        </p:nvSpPr>
        <p:spPr>
          <a:xfrm xmlns:a="http://schemas.openxmlformats.org/drawingml/2006/main">
            <a:off x="4762500" y="2933700"/>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Компания выбирает навыки и уровни по той же матрице. Видит анонимные профили, совпадения и пробелы.</a:t>
            </a:r>
          </a:p>
        </p:txBody>
      </p:sp>
      <p:sp>
        <p:nvSpPr>
          <p:cNvPr id="29" name="content-6-5">
            <a:extLst xmlns:a="http://schemas.openxmlformats.org/drawingml/2006/main">
              <a:ext uri="{FF2B5EF4-FFF2-40B4-BE49-F238E27FC236}">
                <a16:creationId xmlns:a16="http://schemas.microsoft.com/office/drawing/2014/main" id="{ABF895AA-7C7F-4E30-8C09-EAE00296DA6C}"/>
              </a:ext>
            </a:extLst>
          </p:cNvPr>
          <p:cNvSpPr>
            <a:spLocks xmlns:a="http://schemas.openxmlformats.org/drawingml/2006/main" noGrp="1"/>
          </p:cNvSpPr>
          <p:nvPr/>
        </p:nvSpPr>
        <p:spPr>
          <a:xfrm xmlns:a="http://schemas.openxmlformats.org/drawingml/2006/main">
            <a:off x="619125" y="4295775"/>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03. Приглашение и ответ</a:t>
            </a:r>
          </a:p>
        </p:txBody>
      </p:sp>
      <p:sp>
        <p:nvSpPr>
          <p:cNvPr id="30" name="content-6-6">
            <a:extLst xmlns:a="http://schemas.openxmlformats.org/drawingml/2006/main">
              <a:ext uri="{FF2B5EF4-FFF2-40B4-BE49-F238E27FC236}">
                <a16:creationId xmlns:a16="http://schemas.microsoft.com/office/drawing/2014/main" id="{B49DC1E3-4DFF-4D1A-8E2F-5D844806AE66}"/>
              </a:ext>
            </a:extLst>
          </p:cNvPr>
          <p:cNvSpPr>
            <a:spLocks xmlns:a="http://schemas.openxmlformats.org/drawingml/2006/main" noGrp="1"/>
          </p:cNvSpPr>
          <p:nvPr/>
        </p:nvSpPr>
        <p:spPr>
          <a:xfrm xmlns:a="http://schemas.openxmlformats.org/drawingml/2006/main">
            <a:off x="4762500" y="4295775"/>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Кандидат видит задачи, условия и вилку. Принимает или отклоняет предложение. Причина отказа сохраняется, если указана.</a:t>
            </a:r>
          </a:p>
        </p:txBody>
      </p:sp>
      <p:sp>
        <p:nvSpPr>
          <p:cNvPr id="31" name="content-6-7">
            <a:extLst xmlns:a="http://schemas.openxmlformats.org/drawingml/2006/main">
              <a:ext uri="{FF2B5EF4-FFF2-40B4-BE49-F238E27FC236}">
                <a16:creationId xmlns:a16="http://schemas.microsoft.com/office/drawing/2014/main" id="{550443EA-1078-4829-BC47-E73B4E4B3545}"/>
              </a:ext>
            </a:extLst>
          </p:cNvPr>
          <p:cNvSpPr>
            <a:spLocks xmlns:a="http://schemas.openxmlformats.org/drawingml/2006/main" noGrp="1"/>
          </p:cNvSpPr>
          <p:nvPr/>
        </p:nvSpPr>
        <p:spPr>
          <a:xfrm xmlns:a="http://schemas.openxmlformats.org/drawingml/2006/main">
            <a:off x="619125" y="60198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20978"/>
                </a:solidFill>
                <a:latin typeface="Montserrat"/>
                <a:ea typeface="Montserrat"/>
                <a:cs typeface="Montserrat"/>
              </a:defRPr>
            </a:defPPr>
          </a:lstStyle>
          <a:p xmlns:a="http://schemas.openxmlformats.org/drawingml/2006/main">
            <a:pPr algn="l">
              <a:lnSpc>
                <a:spcPct val="120000"/>
              </a:lnSpc>
              <a:buNone/>
              <a:defRPr sz="1600" b="0">
                <a:solidFill>
                  <a:srgbClr val="520978"/>
                </a:solidFill>
                <a:latin typeface="Montserrat"/>
                <a:ea typeface="Montserrat"/>
                <a:cs typeface="Montserrat"/>
              </a:defRPr>
            </a:pPr>
            <a:r>
              <a:rPr sz="1600" b="0">
                <a:solidFill>
                  <a:srgbClr val="520978"/>
                </a:solidFill>
                <a:latin typeface="Montserrat"/>
                <a:ea typeface="Montserrat"/>
                <a:cs typeface="Montserrat"/>
              </a:rPr>
              <a:t>Контакты открываются пригласившей компании после принятия.</a:t>
            </a:r>
          </a:p>
        </p:txBody>
      </p:sp>
      <p:sp>
        <p:nvSpPr>
          <p:cNvPr id="32" name="slide-number">
            <a:extLst xmlns:a="http://schemas.openxmlformats.org/drawingml/2006/main">
              <a:ext uri="{FF2B5EF4-FFF2-40B4-BE49-F238E27FC236}">
                <a16:creationId xmlns:a16="http://schemas.microsoft.com/office/drawing/2014/main" id="{7D62ABA7-3143-43EF-8891-0DDE71C5297A}"/>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6</a:t>
            </a:r>
          </a:p>
        </p:txBody>
      </p:sp>
    </p:spTree>
    <p:extLst>
      <p:ext uri="{BB962C8B-B14F-4D97-AF65-F5344CB8AC3E}">
        <p14:creationId xmlns:p14="http://schemas.microsoft.com/office/powerpoint/2010/main" val="1750984224"/>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09e00ddfcba34fe5">
            <a:lum/>
          </a:blip>
          <a:srcRect l="0" t="0" r="0" b="0"/>
          <a:stretch>
            <a:fillRect l="0" t="0" r="0" b="0"/>
          </a:stretch>
        </a:blipFill>
      </p:bgPr>
    </p:bg>
    <p:spTree>
      <p:nvGrpSpPr>
        <p:cNvPr id="1" name=""/>
        <p:cNvGrpSpPr/>
        <p:nvPr/>
      </p:nvGrpSpPr>
      <p:grpSpPr>
        <a:xfrm xmlns:a="http://schemas.openxmlformats.org/drawingml/2006/main"/>
      </p:grpSpPr>
      <p:sp>
        <p:nvSpPr>
          <p:cNvPr id="23" name="Скругленный прямоугольник 22">
            <a:extLst xmlns:a="http://schemas.openxmlformats.org/drawingml/2006/main">
              <a:ext uri="{FF2B5EF4-FFF2-40B4-BE49-F238E27FC236}">
                <a16:creationId xmlns:a16="http://schemas.microsoft.com/office/drawing/2014/main" id="{7922FF53-ACE2-23D9-1F2E-C3CB2E860DAF}"/>
              </a:ext>
            </a:extLst>
          </p:cNvPr>
          <p:cNvSpPr>
            <a:spLocks xmlns:a="http://schemas.openxmlformats.org/drawingml/2006/main" noGrp="1"/>
          </p:cNvSpPr>
          <p:nvPr/>
        </p:nvSpPr>
        <p:spPr>
          <a:xfrm xmlns:a="http://schemas.openxmlformats.org/drawingml/2006/main">
            <a:off x="346075" y="324562"/>
            <a:ext cx="6286500" cy="620919"/>
          </a:xfrm>
          <a:prstGeom xmlns:a="http://schemas.openxmlformats.org/drawingml/2006/main" prst="roundRect">
            <a:avLst>
              <a:gd name="adj" fmla="val 18706"/>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24" name="primary-heading">
            <a:extLst xmlns:a="http://schemas.openxmlformats.org/drawingml/2006/main">
              <a:ext uri="{FF2B5EF4-FFF2-40B4-BE49-F238E27FC236}">
                <a16:creationId xmlns:a16="http://schemas.microsoft.com/office/drawing/2014/main" id="{62661B74-E3AB-4D55-9B48-578D0C5B2F2F}"/>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FFFFFF"/>
                </a:solidFill>
                <a:latin typeface="Montserrat"/>
                <a:ea typeface="Montserrat"/>
                <a:cs typeface="Montserrat"/>
              </a:defRPr>
            </a:defPPr>
          </a:lstStyle>
          <a:p xmlns:a="http://schemas.openxmlformats.org/drawingml/2006/main">
            <a:pPr algn="l">
              <a:lnSpc>
                <a:spcPct val="120000"/>
              </a:lnSpc>
              <a:buNone/>
              <a:defRPr sz="1997" b="1">
                <a:solidFill>
                  <a:srgbClr val="FFFFFF"/>
                </a:solidFill>
                <a:latin typeface="Montserrat"/>
                <a:ea typeface="Montserrat"/>
                <a:cs typeface="Montserrat"/>
              </a:defRPr>
            </a:pPr>
            <a:r>
              <a:rPr sz="1997" b="1">
                <a:solidFill>
                  <a:srgbClr val="FFFFFF"/>
                </a:solidFill>
                <a:latin typeface="Montserrat"/>
                <a:ea typeface="Montserrat"/>
                <a:cs typeface="Montserrat"/>
              </a:rPr>
              <a:t>МАТРИЦА КОМПЕТЕНЦИЙ</a:t>
            </a:r>
          </a:p>
        </p:txBody>
      </p:sp>
      <p:sp>
        <p:nvSpPr>
          <p:cNvPr id="25" name="content-7-1">
            <a:extLst xmlns:a="http://schemas.openxmlformats.org/drawingml/2006/main">
              <a:ext uri="{FF2B5EF4-FFF2-40B4-BE49-F238E27FC236}">
                <a16:creationId xmlns:a16="http://schemas.microsoft.com/office/drawing/2014/main" id="{6D96DFAC-EB42-4D3C-A1E0-57F28E60630F}"/>
              </a:ext>
            </a:extLst>
          </p:cNvPr>
          <p:cNvSpPr>
            <a:spLocks xmlns:a="http://schemas.openxmlformats.org/drawingml/2006/main" noGrp="1"/>
          </p:cNvSpPr>
          <p:nvPr/>
        </p:nvSpPr>
        <p:spPr>
          <a:xfrm xmlns:a="http://schemas.openxmlformats.org/drawingml/2006/main">
            <a:off x="619125" y="1571625"/>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Открытые критерии</a:t>
            </a:r>
          </a:p>
        </p:txBody>
      </p:sp>
      <p:sp>
        <p:nvSpPr>
          <p:cNvPr id="26" name="content-7-2">
            <a:extLst xmlns:a="http://schemas.openxmlformats.org/drawingml/2006/main">
              <a:ext uri="{FF2B5EF4-FFF2-40B4-BE49-F238E27FC236}">
                <a16:creationId xmlns:a16="http://schemas.microsoft.com/office/drawing/2014/main" id="{D54A797A-8EE5-4917-BA95-0C438D129D78}"/>
              </a:ext>
            </a:extLst>
          </p:cNvPr>
          <p:cNvSpPr>
            <a:spLocks xmlns:a="http://schemas.openxmlformats.org/drawingml/2006/main" noGrp="1"/>
          </p:cNvSpPr>
          <p:nvPr/>
        </p:nvSpPr>
        <p:spPr>
          <a:xfrm xmlns:a="http://schemas.openxmlformats.org/drawingml/2006/main">
            <a:off x="4762500" y="1571625"/>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Для каждого навыка описываем проверяемое умение и критерии уровня. Компания выбирает требования из этой матрицы.</a:t>
            </a:r>
          </a:p>
        </p:txBody>
      </p:sp>
      <p:sp>
        <p:nvSpPr>
          <p:cNvPr id="27" name="content-7-3">
            <a:extLst xmlns:a="http://schemas.openxmlformats.org/drawingml/2006/main">
              <a:ext uri="{FF2B5EF4-FFF2-40B4-BE49-F238E27FC236}">
                <a16:creationId xmlns:a16="http://schemas.microsoft.com/office/drawing/2014/main" id="{35D34461-55AB-44F7-A31C-C653E00EDE17}"/>
              </a:ext>
            </a:extLst>
          </p:cNvPr>
          <p:cNvSpPr>
            <a:spLocks xmlns:a="http://schemas.openxmlformats.org/drawingml/2006/main" noGrp="1"/>
          </p:cNvSpPr>
          <p:nvPr/>
        </p:nvSpPr>
        <p:spPr>
          <a:xfrm xmlns:a="http://schemas.openxmlformats.org/drawingml/2006/main">
            <a:off x="619125" y="2695575"/>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Пример: Backend</a:t>
            </a:r>
          </a:p>
        </p:txBody>
      </p:sp>
      <p:sp>
        <p:nvSpPr>
          <p:cNvPr id="28" name="content-7-4">
            <a:extLst xmlns:a="http://schemas.openxmlformats.org/drawingml/2006/main">
              <a:ext uri="{FF2B5EF4-FFF2-40B4-BE49-F238E27FC236}">
                <a16:creationId xmlns:a16="http://schemas.microsoft.com/office/drawing/2014/main" id="{CA3C6D52-A3D6-4D30-9534-81C5BA86D2D7}"/>
              </a:ext>
            </a:extLst>
          </p:cNvPr>
          <p:cNvSpPr>
            <a:spLocks xmlns:a="http://schemas.openxmlformats.org/drawingml/2006/main" noGrp="1"/>
          </p:cNvSpPr>
          <p:nvPr/>
        </p:nvSpPr>
        <p:spPr>
          <a:xfrm xmlns:a="http://schemas.openxmlformats.org/drawingml/2006/main">
            <a:off x="4762500" y="2695575"/>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Junior: SQL-запросы с JOIN, обработка ошибок API.</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Middle: оптимизация запросов, проектирование API.</a:t>
            </a:r>
          </a:p>
        </p:txBody>
      </p:sp>
      <p:sp>
        <p:nvSpPr>
          <p:cNvPr id="29" name="content-7-5">
            <a:extLst xmlns:a="http://schemas.openxmlformats.org/drawingml/2006/main">
              <a:ext uri="{FF2B5EF4-FFF2-40B4-BE49-F238E27FC236}">
                <a16:creationId xmlns:a16="http://schemas.microsoft.com/office/drawing/2014/main" id="{E84676A3-4027-476B-8EEB-E07CE58D6793}"/>
              </a:ext>
            </a:extLst>
          </p:cNvPr>
          <p:cNvSpPr>
            <a:spLocks xmlns:a="http://schemas.openxmlformats.org/drawingml/2006/main" noGrp="1"/>
          </p:cNvSpPr>
          <p:nvPr/>
        </p:nvSpPr>
        <p:spPr>
          <a:xfrm xmlns:a="http://schemas.openxmlformats.org/drawingml/2006/main">
            <a:off x="619125" y="3819525"/>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Подтверждение тестом</a:t>
            </a:r>
          </a:p>
        </p:txBody>
      </p:sp>
      <p:sp>
        <p:nvSpPr>
          <p:cNvPr id="30" name="content-7-6">
            <a:extLst xmlns:a="http://schemas.openxmlformats.org/drawingml/2006/main">
              <a:ext uri="{FF2B5EF4-FFF2-40B4-BE49-F238E27FC236}">
                <a16:creationId xmlns:a16="http://schemas.microsoft.com/office/drawing/2014/main" id="{5B0C66C7-386F-47D2-8B98-7F0F6D3AFB28}"/>
              </a:ext>
            </a:extLst>
          </p:cNvPr>
          <p:cNvSpPr>
            <a:spLocks xmlns:a="http://schemas.openxmlformats.org/drawingml/2006/main" noGrp="1"/>
          </p:cNvSpPr>
          <p:nvPr/>
        </p:nvSpPr>
        <p:spPr>
          <a:xfrm xmlns:a="http://schemas.openxmlformats.org/drawingml/2006/main">
            <a:off x="4762500" y="3819525"/>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Кандидат выбирает грейд. Рубрика теста проверяет его и показывает результаты по навыкам. Повышение требует нового теста.</a:t>
            </a:r>
          </a:p>
        </p:txBody>
      </p:sp>
      <p:sp>
        <p:nvSpPr>
          <p:cNvPr id="31" name="content-7-7">
            <a:extLst xmlns:a="http://schemas.openxmlformats.org/drawingml/2006/main">
              <a:ext uri="{FF2B5EF4-FFF2-40B4-BE49-F238E27FC236}">
                <a16:creationId xmlns:a16="http://schemas.microsoft.com/office/drawing/2014/main" id="{BB442E69-3A50-45E2-A6BB-B3269B12B2E4}"/>
              </a:ext>
            </a:extLst>
          </p:cNvPr>
          <p:cNvSpPr>
            <a:spLocks xmlns:a="http://schemas.openxmlformats.org/drawingml/2006/main" noGrp="1"/>
          </p:cNvSpPr>
          <p:nvPr/>
        </p:nvSpPr>
        <p:spPr>
          <a:xfrm xmlns:a="http://schemas.openxmlformats.org/drawingml/2006/main">
            <a:off x="619125" y="60198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20978"/>
                </a:solidFill>
                <a:latin typeface="Montserrat"/>
                <a:ea typeface="Montserrat"/>
                <a:cs typeface="Montserrat"/>
              </a:defRPr>
            </a:defPPr>
          </a:lstStyle>
          <a:p xmlns:a="http://schemas.openxmlformats.org/drawingml/2006/main">
            <a:pPr algn="l">
              <a:lnSpc>
                <a:spcPct val="120000"/>
              </a:lnSpc>
              <a:buNone/>
              <a:defRPr sz="1600" b="0">
                <a:solidFill>
                  <a:srgbClr val="520978"/>
                </a:solidFill>
                <a:latin typeface="Montserrat"/>
                <a:ea typeface="Montserrat"/>
                <a:cs typeface="Montserrat"/>
              </a:defRPr>
            </a:pPr>
            <a:r>
              <a:rPr sz="1600" b="0">
                <a:solidFill>
                  <a:srgbClr val="520978"/>
                </a:solidFill>
                <a:latin typeface="Montserrat"/>
                <a:ea typeface="Montserrat"/>
                <a:cs typeface="Montserrat"/>
              </a:rPr>
              <a:t>Пример критериев. Полную матрицу предстоит проверить с экспертами.</a:t>
            </a:r>
          </a:p>
        </p:txBody>
      </p:sp>
      <p:sp>
        <p:nvSpPr>
          <p:cNvPr id="32" name="slide-number">
            <a:extLst xmlns:a="http://schemas.openxmlformats.org/drawingml/2006/main">
              <a:ext uri="{FF2B5EF4-FFF2-40B4-BE49-F238E27FC236}">
                <a16:creationId xmlns:a16="http://schemas.microsoft.com/office/drawing/2014/main" id="{29DBB640-9ED1-475E-8BC7-ED3575C9C11F}"/>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7</a:t>
            </a:r>
          </a:p>
        </p:txBody>
      </p:sp>
    </p:spTree>
    <p:extLst>
      <p:ext uri="{BB962C8B-B14F-4D97-AF65-F5344CB8AC3E}">
        <p14:creationId xmlns:p14="http://schemas.microsoft.com/office/powerpoint/2010/main" val="1750984224"/>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00f78d33b9cc4ab2">
            <a:lum/>
          </a:blip>
          <a:srcRect l="0" t="0" r="0" b="0"/>
          <a:stretch>
            <a:fillRect l="0" t="0" r="0" b="0"/>
          </a:stretch>
        </a:blipFill>
      </p:bgPr>
    </p:bg>
    <p:spTree>
      <p:nvGrpSpPr>
        <p:cNvPr id="1" name=""/>
        <p:cNvGrpSpPr/>
        <p:nvPr/>
      </p:nvGrpSpPr>
      <p:grpSpPr>
        <a:xfrm xmlns:a="http://schemas.openxmlformats.org/drawingml/2006/main"/>
      </p:grpSpPr>
      <p:sp>
        <p:nvSpPr>
          <p:cNvPr id="2" name="Прямая соединительная линия 1">
            <a:extLst xmlns:a="http://schemas.openxmlformats.org/drawingml/2006/main">
              <a:ext uri="{FF2B5EF4-FFF2-40B4-BE49-F238E27FC236}">
                <a16:creationId xmlns:a16="http://schemas.microsoft.com/office/drawing/2014/main" id="{9769F393-F888-4CFE-BDA7-BC322C148C25}"/>
              </a:ext>
            </a:extLst>
          </p:cNvPr>
          <p:cNvSpPr>
            <a:spLocks xmlns:a="http://schemas.openxmlformats.org/drawingml/2006/main" noGrp="1"/>
          </p:cNvSpPr>
          <p:nvPr/>
        </p:nvSpPr>
        <p:spPr>
          <a:xfrm xmlns:a="http://schemas.openxmlformats.org/drawingml/2006/main">
            <a:off x="523875" y="16002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4" name="Прямая соединительная линия 3">
            <a:extLst xmlns:a="http://schemas.openxmlformats.org/drawingml/2006/main">
              <a:ext uri="{FF2B5EF4-FFF2-40B4-BE49-F238E27FC236}">
                <a16:creationId xmlns:a16="http://schemas.microsoft.com/office/drawing/2014/main" id="{74AABF6B-8B44-48D4-B93D-277B09BB695A}"/>
              </a:ext>
            </a:extLst>
          </p:cNvPr>
          <p:cNvSpPr>
            <a:spLocks xmlns:a="http://schemas.openxmlformats.org/drawingml/2006/main" noGrp="1"/>
          </p:cNvSpPr>
          <p:nvPr/>
        </p:nvSpPr>
        <p:spPr>
          <a:xfrm xmlns:a="http://schemas.openxmlformats.org/drawingml/2006/main">
            <a:off x="523875" y="27051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3" name="Прямая соединительная линия 12">
            <a:extLst xmlns:a="http://schemas.openxmlformats.org/drawingml/2006/main">
              <a:ext uri="{FF2B5EF4-FFF2-40B4-BE49-F238E27FC236}">
                <a16:creationId xmlns:a16="http://schemas.microsoft.com/office/drawing/2014/main" id="{55C47646-3D2B-4753-9BC7-A995021EEDAB}"/>
              </a:ext>
            </a:extLst>
          </p:cNvPr>
          <p:cNvSpPr>
            <a:spLocks xmlns:a="http://schemas.openxmlformats.org/drawingml/2006/main" noGrp="1"/>
          </p:cNvSpPr>
          <p:nvPr/>
        </p:nvSpPr>
        <p:spPr>
          <a:xfrm xmlns:a="http://schemas.openxmlformats.org/drawingml/2006/main">
            <a:off x="523875" y="38100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Прямая соединительная линия 13">
            <a:extLst xmlns:a="http://schemas.openxmlformats.org/drawingml/2006/main">
              <a:ext uri="{FF2B5EF4-FFF2-40B4-BE49-F238E27FC236}">
                <a16:creationId xmlns:a16="http://schemas.microsoft.com/office/drawing/2014/main" id="{76BE06F9-1216-49EB-867D-271ADD75A237}"/>
              </a:ext>
            </a:extLst>
          </p:cNvPr>
          <p:cNvSpPr>
            <a:spLocks xmlns:a="http://schemas.openxmlformats.org/drawingml/2006/main" noGrp="1"/>
          </p:cNvSpPr>
          <p:nvPr/>
        </p:nvSpPr>
        <p:spPr>
          <a:xfrm xmlns:a="http://schemas.openxmlformats.org/drawingml/2006/main">
            <a:off x="523875" y="49149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5" name="primary-heading">
            <a:extLst xmlns:a="http://schemas.openxmlformats.org/drawingml/2006/main">
              <a:ext uri="{FF2B5EF4-FFF2-40B4-BE49-F238E27FC236}">
                <a16:creationId xmlns:a16="http://schemas.microsoft.com/office/drawing/2014/main" id="{813988C6-B240-4B78-A186-EA0CDD16CD74}"/>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520978"/>
                </a:solidFill>
                <a:latin typeface="Montserrat"/>
                <a:ea typeface="Montserrat"/>
                <a:cs typeface="Montserrat"/>
              </a:defRPr>
            </a:defPPr>
          </a:lstStyle>
          <a:p xmlns:a="http://schemas.openxmlformats.org/drawingml/2006/main">
            <a:pPr algn="l">
              <a:lnSpc>
                <a:spcPct val="120000"/>
              </a:lnSpc>
              <a:buNone/>
              <a:defRPr sz="1997" b="1">
                <a:solidFill>
                  <a:srgbClr val="520978"/>
                </a:solidFill>
                <a:latin typeface="Montserrat"/>
                <a:ea typeface="Montserrat"/>
                <a:cs typeface="Montserrat"/>
              </a:defRPr>
            </a:pPr>
            <a:r>
              <a:rPr sz="1997" b="1">
                <a:solidFill>
                  <a:srgbClr val="520978"/>
                </a:solidFill>
                <a:latin typeface="Montserrat"/>
                <a:ea typeface="Montserrat"/>
                <a:cs typeface="Montserrat"/>
              </a:rPr>
              <a:t>КАК ТЕСТ ПРОВЕРЯЕТ НАВЫКИ</a:t>
            </a:r>
          </a:p>
        </p:txBody>
      </p:sp>
      <p:sp>
        <p:nvSpPr>
          <p:cNvPr id="16" name="content-8-1">
            <a:extLst xmlns:a="http://schemas.openxmlformats.org/drawingml/2006/main">
              <a:ext uri="{FF2B5EF4-FFF2-40B4-BE49-F238E27FC236}">
                <a16:creationId xmlns:a16="http://schemas.microsoft.com/office/drawing/2014/main" id="{E65D974E-B795-431A-881B-76A8D409FF9A}"/>
              </a:ext>
            </a:extLst>
          </p:cNvPr>
          <p:cNvSpPr>
            <a:spLocks xmlns:a="http://schemas.openxmlformats.org/drawingml/2006/main" noGrp="1"/>
          </p:cNvSpPr>
          <p:nvPr/>
        </p:nvSpPr>
        <p:spPr>
          <a:xfrm xmlns:a="http://schemas.openxmlformats.org/drawingml/2006/main">
            <a:off x="619125" y="17145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Навык и критерий</a:t>
            </a:r>
          </a:p>
        </p:txBody>
      </p:sp>
      <p:sp>
        <p:nvSpPr>
          <p:cNvPr id="17" name="content-8-2">
            <a:extLst xmlns:a="http://schemas.openxmlformats.org/drawingml/2006/main">
              <a:ext uri="{FF2B5EF4-FFF2-40B4-BE49-F238E27FC236}">
                <a16:creationId xmlns:a16="http://schemas.microsoft.com/office/drawing/2014/main" id="{E1110E00-CF8E-426E-BE8A-CFBFFEAD5A1C}"/>
              </a:ext>
            </a:extLst>
          </p:cNvPr>
          <p:cNvSpPr>
            <a:spLocks xmlns:a="http://schemas.openxmlformats.org/drawingml/2006/main" noGrp="1"/>
          </p:cNvSpPr>
          <p:nvPr/>
        </p:nvSpPr>
        <p:spPr>
          <a:xfrm xmlns:a="http://schemas.openxmlformats.org/drawingml/2006/main">
            <a:off x="3829050" y="17145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Каждая задача проверяет конкретное умение из матрицы. Например, составить SQL-запрос с JOIN.</a:t>
            </a:r>
          </a:p>
        </p:txBody>
      </p:sp>
      <p:sp>
        <p:nvSpPr>
          <p:cNvPr id="18" name="content-8-3">
            <a:extLst xmlns:a="http://schemas.openxmlformats.org/drawingml/2006/main">
              <a:ext uri="{FF2B5EF4-FFF2-40B4-BE49-F238E27FC236}">
                <a16:creationId xmlns:a16="http://schemas.microsoft.com/office/drawing/2014/main" id="{2E18E848-E0DF-4DC0-A7E5-B56B1F0D179D}"/>
              </a:ext>
            </a:extLst>
          </p:cNvPr>
          <p:cNvSpPr>
            <a:spLocks xmlns:a="http://schemas.openxmlformats.org/drawingml/2006/main" noGrp="1"/>
          </p:cNvSpPr>
          <p:nvPr/>
        </p:nvSpPr>
        <p:spPr>
          <a:xfrm xmlns:a="http://schemas.openxmlformats.org/drawingml/2006/main">
            <a:off x="619125" y="28194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Проверенный банк задач</a:t>
            </a:r>
          </a:p>
        </p:txBody>
      </p:sp>
      <p:sp>
        <p:nvSpPr>
          <p:cNvPr id="19" name="content-8-4">
            <a:extLst xmlns:a="http://schemas.openxmlformats.org/drawingml/2006/main">
              <a:ext uri="{FF2B5EF4-FFF2-40B4-BE49-F238E27FC236}">
                <a16:creationId xmlns:a16="http://schemas.microsoft.com/office/drawing/2014/main" id="{094AB279-5C42-47BF-AC78-CCC2E01F5FF4}"/>
              </a:ext>
            </a:extLst>
          </p:cNvPr>
          <p:cNvSpPr>
            <a:spLocks xmlns:a="http://schemas.openxmlformats.org/drawingml/2006/main" noGrp="1"/>
          </p:cNvSpPr>
          <p:nvPr/>
        </p:nvSpPr>
        <p:spPr>
          <a:xfrm xmlns:a="http://schemas.openxmlformats.org/drawingml/2006/main">
            <a:off x="3829050" y="28194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Эксперты отбирают варианты с одинаковыми критериями и близкой сложностью. История выдач исключает повтор набора.</a:t>
            </a:r>
          </a:p>
        </p:txBody>
      </p:sp>
      <p:sp>
        <p:nvSpPr>
          <p:cNvPr id="20" name="content-8-5">
            <a:extLst xmlns:a="http://schemas.openxmlformats.org/drawingml/2006/main">
              <a:ext uri="{FF2B5EF4-FFF2-40B4-BE49-F238E27FC236}">
                <a16:creationId xmlns:a16="http://schemas.microsoft.com/office/drawing/2014/main" id="{8776A10B-17D9-403B-ACFB-AA8BF550C665}"/>
              </a:ext>
            </a:extLst>
          </p:cNvPr>
          <p:cNvSpPr>
            <a:spLocks xmlns:a="http://schemas.openxmlformats.org/drawingml/2006/main" noGrp="1"/>
          </p:cNvSpPr>
          <p:nvPr/>
        </p:nvSpPr>
        <p:spPr>
          <a:xfrm xmlns:a="http://schemas.openxmlformats.org/drawingml/2006/main">
            <a:off x="619125" y="39243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Понятный результат</a:t>
            </a:r>
          </a:p>
        </p:txBody>
      </p:sp>
      <p:sp>
        <p:nvSpPr>
          <p:cNvPr id="21" name="content-8-6">
            <a:extLst xmlns:a="http://schemas.openxmlformats.org/drawingml/2006/main">
              <a:ext uri="{FF2B5EF4-FFF2-40B4-BE49-F238E27FC236}">
                <a16:creationId xmlns:a16="http://schemas.microsoft.com/office/drawing/2014/main" id="{6406328A-BEA2-4585-8516-5398F39CD217}"/>
              </a:ext>
            </a:extLst>
          </p:cNvPr>
          <p:cNvSpPr>
            <a:spLocks xmlns:a="http://schemas.openxmlformats.org/drawingml/2006/main" noGrp="1"/>
          </p:cNvSpPr>
          <p:nvPr/>
        </p:nvSpPr>
        <p:spPr>
          <a:xfrm xmlns:a="http://schemas.openxmlformats.org/drawingml/2006/main">
            <a:off x="3829050" y="39243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Профиль показывает подтверждённые навыки и пробелы. Для каждой попытки сохраняем ответы и версию критериев.</a:t>
            </a:r>
          </a:p>
        </p:txBody>
      </p:sp>
      <p:sp>
        <p:nvSpPr>
          <p:cNvPr id="22" name="content-8-7">
            <a:extLst xmlns:a="http://schemas.openxmlformats.org/drawingml/2006/main">
              <a:ext uri="{FF2B5EF4-FFF2-40B4-BE49-F238E27FC236}">
                <a16:creationId xmlns:a16="http://schemas.microsoft.com/office/drawing/2014/main" id="{89F33655-81E9-496C-9988-FC6E94A9EB18}"/>
              </a:ext>
            </a:extLst>
          </p:cNvPr>
          <p:cNvSpPr>
            <a:spLocks xmlns:a="http://schemas.openxmlformats.org/drawingml/2006/main" noGrp="1"/>
          </p:cNvSpPr>
          <p:nvPr/>
        </p:nvSpPr>
        <p:spPr>
          <a:xfrm xmlns:a="http://schemas.openxmlformats.org/drawingml/2006/main">
            <a:off x="619125" y="50292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Обновление банка</a:t>
            </a:r>
          </a:p>
        </p:txBody>
      </p:sp>
      <p:sp>
        <p:nvSpPr>
          <p:cNvPr id="23" name="content-8-8">
            <a:extLst xmlns:a="http://schemas.openxmlformats.org/drawingml/2006/main">
              <a:ext uri="{FF2B5EF4-FFF2-40B4-BE49-F238E27FC236}">
                <a16:creationId xmlns:a16="http://schemas.microsoft.com/office/drawing/2014/main" id="{3B161F2F-0FA1-478B-9659-0002E27F09B7}"/>
              </a:ext>
            </a:extLst>
          </p:cNvPr>
          <p:cNvSpPr>
            <a:spLocks xmlns:a="http://schemas.openxmlformats.org/drawingml/2006/main" noGrp="1"/>
          </p:cNvSpPr>
          <p:nvPr/>
        </p:nvSpPr>
        <p:spPr>
          <a:xfrm xmlns:a="http://schemas.openxmlformats.org/drawingml/2006/main">
            <a:off x="3829050" y="50292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Команда проверяет спорные оценки и убирает задания с утечками. Сопоставимость вариантов проверяем отдельно.</a:t>
            </a:r>
          </a:p>
        </p:txBody>
      </p:sp>
      <p:sp>
        <p:nvSpPr>
          <p:cNvPr id="24" name="slide-number">
            <a:extLst xmlns:a="http://schemas.openxmlformats.org/drawingml/2006/main">
              <a:ext uri="{FF2B5EF4-FFF2-40B4-BE49-F238E27FC236}">
                <a16:creationId xmlns:a16="http://schemas.microsoft.com/office/drawing/2014/main" id="{D9E663C3-6493-4D7A-893B-45647265D82D}"/>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8</a:t>
            </a:r>
          </a:p>
        </p:txBody>
      </p:sp>
    </p:spTree>
    <p:extLst>
      <p:ext uri="{BB962C8B-B14F-4D97-AF65-F5344CB8AC3E}">
        <p14:creationId xmlns:p14="http://schemas.microsoft.com/office/powerpoint/2010/main" val="3679793639"/>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01c4673d68e540e2">
            <a:lum/>
          </a:blip>
          <a:srcRect l="0" t="0" r="0" b="0"/>
          <a:stretch>
            <a:fillRect l="0" t="0" r="0" b="0"/>
          </a:stretch>
        </a:blipFill>
      </p:bgPr>
    </p:bg>
    <p:spTree>
      <p:nvGrpSpPr>
        <p:cNvPr id="1" name=""/>
        <p:cNvGrpSpPr/>
        <p:nvPr/>
      </p:nvGrpSpPr>
      <p:grpSpPr>
        <a:xfrm xmlns:a="http://schemas.openxmlformats.org/drawingml/2006/main"/>
      </p:grpSpPr>
      <p:sp>
        <p:nvSpPr>
          <p:cNvPr id="8" name="Скругленный прямоугольник 7">
            <a:extLst xmlns:a="http://schemas.openxmlformats.org/drawingml/2006/main">
              <a:ext uri="{FF2B5EF4-FFF2-40B4-BE49-F238E27FC236}">
                <a16:creationId xmlns:a16="http://schemas.microsoft.com/office/drawing/2014/main" id="{8587F3BD-E802-93BD-3D32-FDF202FEA64D}"/>
              </a:ext>
            </a:extLst>
          </p:cNvPr>
          <p:cNvSpPr>
            <a:spLocks xmlns:a="http://schemas.openxmlformats.org/drawingml/2006/main" noGrp="1"/>
          </p:cNvSpPr>
          <p:nvPr/>
        </p:nvSpPr>
        <p:spPr>
          <a:xfrm xmlns:a="http://schemas.openxmlformats.org/drawingml/2006/main">
            <a:off x="4419477" y="1522006"/>
            <a:ext cx="3399397"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9" name="Скругленный прямоугольник 8">
            <a:extLst xmlns:a="http://schemas.openxmlformats.org/drawingml/2006/main">
              <a:ext uri="{FF2B5EF4-FFF2-40B4-BE49-F238E27FC236}">
                <a16:creationId xmlns:a16="http://schemas.microsoft.com/office/drawing/2014/main" id="{B6016C66-2F45-3093-7675-966377141ADD}"/>
              </a:ext>
            </a:extLst>
          </p:cNvPr>
          <p:cNvSpPr>
            <a:spLocks xmlns:a="http://schemas.openxmlformats.org/drawingml/2006/main" noGrp="1"/>
          </p:cNvSpPr>
          <p:nvPr/>
        </p:nvSpPr>
        <p:spPr>
          <a:xfrm xmlns:a="http://schemas.openxmlformats.org/drawingml/2006/main">
            <a:off x="8365958" y="1522006"/>
            <a:ext cx="3248506"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0" name="Скругленный прямоугольник 9">
            <a:extLst xmlns:a="http://schemas.openxmlformats.org/drawingml/2006/main">
              <a:ext uri="{FF2B5EF4-FFF2-40B4-BE49-F238E27FC236}">
                <a16:creationId xmlns:a16="http://schemas.microsoft.com/office/drawing/2014/main" id="{9A68CA47-326C-A498-C456-623193EF0FFA}"/>
              </a:ext>
            </a:extLst>
          </p:cNvPr>
          <p:cNvSpPr>
            <a:spLocks xmlns:a="http://schemas.openxmlformats.org/drawingml/2006/main" noGrp="1"/>
          </p:cNvSpPr>
          <p:nvPr/>
        </p:nvSpPr>
        <p:spPr>
          <a:xfrm xmlns:a="http://schemas.openxmlformats.org/drawingml/2006/main">
            <a:off x="623888" y="1522006"/>
            <a:ext cx="3248506"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1" name="primary-heading">
            <a:extLst xmlns:a="http://schemas.openxmlformats.org/drawingml/2006/main">
              <a:ext uri="{FF2B5EF4-FFF2-40B4-BE49-F238E27FC236}">
                <a16:creationId xmlns:a16="http://schemas.microsoft.com/office/drawing/2014/main" id="{C4C7973C-5BAA-41CA-BCAA-DED0FF3B5AEC}"/>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520978"/>
                </a:solidFill>
                <a:latin typeface="Montserrat"/>
                <a:ea typeface="Montserrat"/>
                <a:cs typeface="Montserrat"/>
              </a:defRPr>
            </a:defPPr>
          </a:lstStyle>
          <a:p xmlns:a="http://schemas.openxmlformats.org/drawingml/2006/main">
            <a:pPr algn="l">
              <a:lnSpc>
                <a:spcPct val="120000"/>
              </a:lnSpc>
              <a:buNone/>
              <a:defRPr sz="1997" b="1">
                <a:solidFill>
                  <a:srgbClr val="520978"/>
                </a:solidFill>
                <a:latin typeface="Montserrat"/>
                <a:ea typeface="Montserrat"/>
                <a:cs typeface="Montserrat"/>
              </a:defRPr>
            </a:pPr>
            <a:r>
              <a:rPr sz="1997" b="1">
                <a:solidFill>
                  <a:srgbClr val="520978"/>
                </a:solidFill>
                <a:latin typeface="Montserrat"/>
                <a:ea typeface="Montserrat"/>
                <a:cs typeface="Montserrat"/>
              </a:rPr>
              <a:t>ДОСТИЖЕНИЯ ФСП В ПРОФИЛЕ</a:t>
            </a:r>
          </a:p>
        </p:txBody>
      </p:sp>
      <p:sp>
        <p:nvSpPr>
          <p:cNvPr id="12" name="content-9-1">
            <a:extLst xmlns:a="http://schemas.openxmlformats.org/drawingml/2006/main">
              <a:ext uri="{FF2B5EF4-FFF2-40B4-BE49-F238E27FC236}">
                <a16:creationId xmlns:a16="http://schemas.microsoft.com/office/drawing/2014/main" id="{02D90FF2-CFA1-4688-AE2C-238D866A45F8}"/>
              </a:ext>
            </a:extLst>
          </p:cNvPr>
          <p:cNvSpPr>
            <a:spLocks xmlns:a="http://schemas.openxmlformats.org/drawingml/2006/main" noGrp="1"/>
          </p:cNvSpPr>
          <p:nvPr/>
        </p:nvSpPr>
        <p:spPr>
          <a:xfrm xmlns:a="http://schemas.openxmlformats.org/drawingml/2006/main">
            <a:off x="833438"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01</a:t>
            </a:r>
          </a:p>
        </p:txBody>
      </p:sp>
      <p:sp>
        <p:nvSpPr>
          <p:cNvPr id="13" name="content-9-2">
            <a:extLst xmlns:a="http://schemas.openxmlformats.org/drawingml/2006/main">
              <a:ext uri="{FF2B5EF4-FFF2-40B4-BE49-F238E27FC236}">
                <a16:creationId xmlns:a16="http://schemas.microsoft.com/office/drawing/2014/main" id="{FDC60280-F881-48C1-8675-BABBDBECD5E4}"/>
              </a:ext>
            </a:extLst>
          </p:cNvPr>
          <p:cNvSpPr>
            <a:spLocks xmlns:a="http://schemas.openxmlformats.org/drawingml/2006/main" noGrp="1"/>
          </p:cNvSpPr>
          <p:nvPr/>
        </p:nvSpPr>
        <p:spPr>
          <a:xfrm xmlns:a="http://schemas.openxmlformats.org/drawingml/2006/main">
            <a:off x="833438"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Есть подтверждение</a:t>
            </a:r>
          </a:p>
        </p:txBody>
      </p:sp>
      <p:sp>
        <p:nvSpPr>
          <p:cNvPr id="14" name="content-9-3">
            <a:extLst xmlns:a="http://schemas.openxmlformats.org/drawingml/2006/main">
              <a:ext uri="{FF2B5EF4-FFF2-40B4-BE49-F238E27FC236}">
                <a16:creationId xmlns:a16="http://schemas.microsoft.com/office/drawing/2014/main" id="{9A31EEC5-B68E-4AC4-9495-01A5F46873AF}"/>
              </a:ext>
            </a:extLst>
          </p:cNvPr>
          <p:cNvSpPr>
            <a:spLocks xmlns:a="http://schemas.openxmlformats.org/drawingml/2006/main" noGrp="1"/>
          </p:cNvSpPr>
          <p:nvPr/>
        </p:nvSpPr>
        <p:spPr>
          <a:xfrm xmlns:a="http://schemas.openxmlformats.org/drawingml/2006/main">
            <a:off x="833438"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Событие, дата, дисциплина и результат. Для команды: командный характер достижения.</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Сведения помогают ранжировать внутри категории.</a:t>
            </a:r>
          </a:p>
        </p:txBody>
      </p:sp>
      <p:sp>
        <p:nvSpPr>
          <p:cNvPr id="15" name="content-9-4">
            <a:extLst xmlns:a="http://schemas.openxmlformats.org/drawingml/2006/main">
              <a:ext uri="{FF2B5EF4-FFF2-40B4-BE49-F238E27FC236}">
                <a16:creationId xmlns:a16="http://schemas.microsoft.com/office/drawing/2014/main" id="{0C721E0A-5FFF-417B-AA99-9DE8EC10050C}"/>
              </a:ext>
            </a:extLst>
          </p:cNvPr>
          <p:cNvSpPr>
            <a:spLocks xmlns:a="http://schemas.openxmlformats.org/drawingml/2006/main" noGrp="1"/>
          </p:cNvSpPr>
          <p:nvPr/>
        </p:nvSpPr>
        <p:spPr>
          <a:xfrm xmlns:a="http://schemas.openxmlformats.org/drawingml/2006/main">
            <a:off x="4629150"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02</a:t>
            </a:r>
          </a:p>
        </p:txBody>
      </p:sp>
      <p:sp>
        <p:nvSpPr>
          <p:cNvPr id="16" name="content-9-5">
            <a:extLst xmlns:a="http://schemas.openxmlformats.org/drawingml/2006/main">
              <a:ext uri="{FF2B5EF4-FFF2-40B4-BE49-F238E27FC236}">
                <a16:creationId xmlns:a16="http://schemas.microsoft.com/office/drawing/2014/main" id="{7C3CA063-3B91-4742-9660-F10843873CD5}"/>
              </a:ext>
            </a:extLst>
          </p:cNvPr>
          <p:cNvSpPr>
            <a:spLocks xmlns:a="http://schemas.openxmlformats.org/drawingml/2006/main" noGrp="1"/>
          </p:cNvSpPr>
          <p:nvPr/>
        </p:nvSpPr>
        <p:spPr>
          <a:xfrm xmlns:a="http://schemas.openxmlformats.org/drawingml/2006/main">
            <a:off x="4629150"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Нет истории</a:t>
            </a:r>
          </a:p>
        </p:txBody>
      </p:sp>
      <p:sp>
        <p:nvSpPr>
          <p:cNvPr id="17" name="content-9-6">
            <a:extLst xmlns:a="http://schemas.openxmlformats.org/drawingml/2006/main">
              <a:ext uri="{FF2B5EF4-FFF2-40B4-BE49-F238E27FC236}">
                <a16:creationId xmlns:a16="http://schemas.microsoft.com/office/drawing/2014/main" id="{F840934D-5971-41BD-93E8-E831B3C9E41D}"/>
              </a:ext>
            </a:extLst>
          </p:cNvPr>
          <p:cNvSpPr>
            <a:spLocks xmlns:a="http://schemas.openxmlformats.org/drawingml/2006/main" noGrp="1"/>
          </p:cNvSpPr>
          <p:nvPr/>
        </p:nvSpPr>
        <p:spPr>
          <a:xfrm xmlns:a="http://schemas.openxmlformats.org/drawingml/2006/main">
            <a:off x="4629150"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Профиль остаётся доступным. Результат теста подтверждает навыки независимо от истории ФСП.</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Отсутствие записи не означает отсутствие компетенции.</a:t>
            </a:r>
          </a:p>
        </p:txBody>
      </p:sp>
      <p:sp>
        <p:nvSpPr>
          <p:cNvPr id="18" name="content-9-7">
            <a:extLst xmlns:a="http://schemas.openxmlformats.org/drawingml/2006/main">
              <a:ext uri="{FF2B5EF4-FFF2-40B4-BE49-F238E27FC236}">
                <a16:creationId xmlns:a16="http://schemas.microsoft.com/office/drawing/2014/main" id="{16834A9C-EBEE-48C2-881D-306EFE300FAD}"/>
              </a:ext>
            </a:extLst>
          </p:cNvPr>
          <p:cNvSpPr>
            <a:spLocks xmlns:a="http://schemas.openxmlformats.org/drawingml/2006/main" noGrp="1"/>
          </p:cNvSpPr>
          <p:nvPr/>
        </p:nvSpPr>
        <p:spPr>
          <a:xfrm xmlns:a="http://schemas.openxmlformats.org/drawingml/2006/main">
            <a:off x="8575358"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03</a:t>
            </a:r>
          </a:p>
        </p:txBody>
      </p:sp>
      <p:sp>
        <p:nvSpPr>
          <p:cNvPr id="19" name="content-9-8">
            <a:extLst xmlns:a="http://schemas.openxmlformats.org/drawingml/2006/main">
              <a:ext uri="{FF2B5EF4-FFF2-40B4-BE49-F238E27FC236}">
                <a16:creationId xmlns:a16="http://schemas.microsoft.com/office/drawing/2014/main" id="{34E98348-8301-4409-932F-1B5AEF01567A}"/>
              </a:ext>
            </a:extLst>
          </p:cNvPr>
          <p:cNvSpPr>
            <a:spLocks xmlns:a="http://schemas.openxmlformats.org/drawingml/2006/main" noGrp="1"/>
          </p:cNvSpPr>
          <p:nvPr/>
        </p:nvSpPr>
        <p:spPr>
          <a:xfrm xmlns:a="http://schemas.openxmlformats.org/drawingml/2006/main">
            <a:off x="8575358"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Источник недоступен</a:t>
            </a:r>
          </a:p>
        </p:txBody>
      </p:sp>
      <p:sp>
        <p:nvSpPr>
          <p:cNvPr id="20" name="content-9-9">
            <a:extLst xmlns:a="http://schemas.openxmlformats.org/drawingml/2006/main">
              <a:ext uri="{FF2B5EF4-FFF2-40B4-BE49-F238E27FC236}">
                <a16:creationId xmlns:a16="http://schemas.microsoft.com/office/drawing/2014/main" id="{E22DFF37-EF04-4AFB-8BDB-B5631E755C8F}"/>
              </a:ext>
            </a:extLst>
          </p:cNvPr>
          <p:cNvSpPr>
            <a:spLocks xmlns:a="http://schemas.openxmlformats.org/drawingml/2006/main" noGrp="1"/>
          </p:cNvSpPr>
          <p:nvPr/>
        </p:nvSpPr>
        <p:spPr>
          <a:xfrm xmlns:a="http://schemas.openxmlformats.org/drawingml/2006/main">
            <a:off x="8575358"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Система показывает статус проверки и происхождение записи.</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MVP: собственные демоданные и имитация связи с FSP ID.</a:t>
            </a:r>
          </a:p>
        </p:txBody>
      </p:sp>
      <p:sp>
        <p:nvSpPr>
          <p:cNvPr id="21" name="slide-number">
            <a:extLst xmlns:a="http://schemas.openxmlformats.org/drawingml/2006/main">
              <a:ext uri="{FF2B5EF4-FFF2-40B4-BE49-F238E27FC236}">
                <a16:creationId xmlns:a16="http://schemas.microsoft.com/office/drawing/2014/main" id="{D9E2328D-9282-45E0-A713-53C6F72A1F49}"/>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9</a:t>
            </a:r>
          </a:p>
        </p:txBody>
      </p:sp>
    </p:spTree>
    <p:extLst>
      <p:ext uri="{BB962C8B-B14F-4D97-AF65-F5344CB8AC3E}">
        <p14:creationId xmlns:p14="http://schemas.microsoft.com/office/powerpoint/2010/main" val="3112216425"/>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80eb81bdd3bc4e52">
            <a:lum/>
          </a:blip>
          <a:srcRect l="0" t="0" r="0" b="0"/>
          <a:stretch>
            <a:fillRect l="0" t="0" r="0" b="0"/>
          </a:stretch>
        </a:blipFill>
      </p:bgPr>
    </p:bg>
    <p:spTree>
      <p:nvGrpSpPr>
        <p:cNvPr id="1" name=""/>
        <p:cNvGrpSpPr/>
        <p:nvPr/>
      </p:nvGrpSpPr>
      <p:grpSpPr>
        <a:xfrm xmlns:a="http://schemas.openxmlformats.org/drawingml/2006/main"/>
      </p:grpSpPr>
      <p:sp>
        <p:nvSpPr>
          <p:cNvPr id="2" name="Скругленный прямоугольник 1">
            <a:extLst xmlns:a="http://schemas.openxmlformats.org/drawingml/2006/main">
              <a:ext uri="{FF2B5EF4-FFF2-40B4-BE49-F238E27FC236}">
                <a16:creationId xmlns:a16="http://schemas.microsoft.com/office/drawing/2014/main" id="{E0C4469B-8AAE-7B13-015A-FD424E4F9A97}"/>
              </a:ext>
            </a:extLst>
          </p:cNvPr>
          <p:cNvSpPr>
            <a:spLocks xmlns:a="http://schemas.openxmlformats.org/drawingml/2006/main" noGrp="1"/>
          </p:cNvSpPr>
          <p:nvPr/>
        </p:nvSpPr>
        <p:spPr>
          <a:xfrm xmlns:a="http://schemas.openxmlformats.org/drawingml/2006/main">
            <a:off x="346075" y="324562"/>
            <a:ext cx="6286500" cy="620919"/>
          </a:xfrm>
          <a:prstGeom xmlns:a="http://schemas.openxmlformats.org/drawingml/2006/main" prst="roundRect">
            <a:avLst>
              <a:gd name="adj" fmla="val 18706"/>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7" name="Скругленный прямоугольник 16">
            <a:extLst xmlns:a="http://schemas.openxmlformats.org/drawingml/2006/main">
              <a:ext uri="{FF2B5EF4-FFF2-40B4-BE49-F238E27FC236}">
                <a16:creationId xmlns:a16="http://schemas.microsoft.com/office/drawing/2014/main" id="{294820D9-0FE7-A2CD-6EC6-B191A0CD90DC}"/>
              </a:ext>
            </a:extLst>
          </p:cNvPr>
          <p:cNvSpPr>
            <a:spLocks xmlns:a="http://schemas.openxmlformats.org/drawingml/2006/main" noGrp="1"/>
          </p:cNvSpPr>
          <p:nvPr/>
        </p:nvSpPr>
        <p:spPr>
          <a:xfrm xmlns:a="http://schemas.openxmlformats.org/drawingml/2006/main">
            <a:off x="5951744" y="1366423"/>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18" name="Скругленный прямоугольник 17">
            <a:extLst xmlns:a="http://schemas.openxmlformats.org/drawingml/2006/main">
              <a:ext uri="{FF2B5EF4-FFF2-40B4-BE49-F238E27FC236}">
                <a16:creationId xmlns:a16="http://schemas.microsoft.com/office/drawing/2014/main" id="{7AE51F4F-C2FB-09FC-6139-35E790E33BDF}"/>
              </a:ext>
            </a:extLst>
          </p:cNvPr>
          <p:cNvSpPr>
            <a:spLocks xmlns:a="http://schemas.openxmlformats.org/drawingml/2006/main" noGrp="1"/>
          </p:cNvSpPr>
          <p:nvPr/>
        </p:nvSpPr>
        <p:spPr>
          <a:xfrm xmlns:a="http://schemas.openxmlformats.org/drawingml/2006/main">
            <a:off x="5951744" y="2377094"/>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19" name="Скругленный прямоугольник 18">
            <a:extLst xmlns:a="http://schemas.openxmlformats.org/drawingml/2006/main">
              <a:ext uri="{FF2B5EF4-FFF2-40B4-BE49-F238E27FC236}">
                <a16:creationId xmlns:a16="http://schemas.microsoft.com/office/drawing/2014/main" id="{34B52819-C376-FDAF-2B5B-09C492119CCF}"/>
              </a:ext>
            </a:extLst>
          </p:cNvPr>
          <p:cNvSpPr>
            <a:spLocks xmlns:a="http://schemas.openxmlformats.org/drawingml/2006/main" noGrp="1"/>
          </p:cNvSpPr>
          <p:nvPr/>
        </p:nvSpPr>
        <p:spPr>
          <a:xfrm xmlns:a="http://schemas.openxmlformats.org/drawingml/2006/main">
            <a:off x="5951744" y="3387765"/>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23" name="Скругленный прямоугольник 22">
            <a:extLst xmlns:a="http://schemas.openxmlformats.org/drawingml/2006/main">
              <a:ext uri="{FF2B5EF4-FFF2-40B4-BE49-F238E27FC236}">
                <a16:creationId xmlns:a16="http://schemas.microsoft.com/office/drawing/2014/main" id="{6CDADF58-3FDE-0896-F558-2E50261FFD44}"/>
              </a:ext>
            </a:extLst>
          </p:cNvPr>
          <p:cNvSpPr>
            <a:spLocks xmlns:a="http://schemas.openxmlformats.org/drawingml/2006/main" noGrp="1"/>
          </p:cNvSpPr>
          <p:nvPr/>
        </p:nvSpPr>
        <p:spPr>
          <a:xfrm xmlns:a="http://schemas.openxmlformats.org/drawingml/2006/main">
            <a:off x="5951744" y="4398436"/>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24" name="Скругленный прямоугольник 23">
            <a:extLst xmlns:a="http://schemas.openxmlformats.org/drawingml/2006/main">
              <a:ext uri="{FF2B5EF4-FFF2-40B4-BE49-F238E27FC236}">
                <a16:creationId xmlns:a16="http://schemas.microsoft.com/office/drawing/2014/main" id="{CD942BE0-7170-CE73-83AB-4505964EB89D}"/>
              </a:ext>
            </a:extLst>
          </p:cNvPr>
          <p:cNvSpPr>
            <a:spLocks xmlns:a="http://schemas.openxmlformats.org/drawingml/2006/main" noGrp="1"/>
          </p:cNvSpPr>
          <p:nvPr/>
        </p:nvSpPr>
        <p:spPr>
          <a:xfrm xmlns:a="http://schemas.openxmlformats.org/drawingml/2006/main">
            <a:off x="5951744" y="5409107"/>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15" name="Скругленный прямоугольник 14">
            <a:extLst xmlns:a="http://schemas.openxmlformats.org/drawingml/2006/main">
              <a:ext uri="{FF2B5EF4-FFF2-40B4-BE49-F238E27FC236}">
                <a16:creationId xmlns:a16="http://schemas.microsoft.com/office/drawing/2014/main" id="{BF0860DA-9B9B-19E2-49DF-A8EDAA7C2B5F}"/>
              </a:ext>
            </a:extLst>
          </p:cNvPr>
          <p:cNvSpPr>
            <a:spLocks xmlns:a="http://schemas.openxmlformats.org/drawingml/2006/main" noGrp="1"/>
          </p:cNvSpPr>
          <p:nvPr/>
        </p:nvSpPr>
        <p:spPr>
          <a:xfrm xmlns:a="http://schemas.openxmlformats.org/drawingml/2006/main">
            <a:off x="346076" y="1366423"/>
            <a:ext cx="5389562" cy="4834352"/>
          </a:xfrm>
          <a:prstGeom xmlns:a="http://schemas.openxmlformats.org/drawingml/2006/main" prst="roundRect">
            <a:avLst>
              <a:gd name="adj" fmla="val 291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25" name="primary-heading">
            <a:extLst xmlns:a="http://schemas.openxmlformats.org/drawingml/2006/main">
              <a:ext uri="{FF2B5EF4-FFF2-40B4-BE49-F238E27FC236}">
                <a16:creationId xmlns:a16="http://schemas.microsoft.com/office/drawing/2014/main" id="{83031771-F622-4B34-BB38-FC7A7ADDEF0A}"/>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FFFFFF"/>
                </a:solidFill>
                <a:latin typeface="Montserrat"/>
                <a:ea typeface="Montserrat"/>
                <a:cs typeface="Montserrat"/>
              </a:defRPr>
            </a:defPPr>
          </a:lstStyle>
          <a:p xmlns:a="http://schemas.openxmlformats.org/drawingml/2006/main">
            <a:pPr algn="l">
              <a:lnSpc>
                <a:spcPct val="120000"/>
              </a:lnSpc>
              <a:buNone/>
              <a:defRPr sz="1997" b="1">
                <a:solidFill>
                  <a:srgbClr val="FFFFFF"/>
                </a:solidFill>
                <a:latin typeface="Montserrat"/>
                <a:ea typeface="Montserrat"/>
                <a:cs typeface="Montserrat"/>
              </a:defRPr>
            </a:pPr>
            <a:r>
              <a:rPr sz="1997" b="1">
                <a:solidFill>
                  <a:srgbClr val="FFFFFF"/>
                </a:solidFill>
                <a:latin typeface="Montserrat"/>
                <a:ea typeface="Montserrat"/>
                <a:cs typeface="Montserrat"/>
              </a:rPr>
              <a:t>ПОДБОР ПО МАТРИЦЕ</a:t>
            </a:r>
          </a:p>
        </p:txBody>
      </p:sp>
      <p:sp>
        <p:nvSpPr>
          <p:cNvPr id="26" name="content-10-1">
            <a:extLst xmlns:a="http://schemas.openxmlformats.org/drawingml/2006/main">
              <a:ext uri="{FF2B5EF4-FFF2-40B4-BE49-F238E27FC236}">
                <a16:creationId xmlns:a16="http://schemas.microsoft.com/office/drawing/2014/main" id="{21A7DBCF-0DB6-4D90-91ED-BC6EED4DA4FB}"/>
              </a:ext>
            </a:extLst>
          </p:cNvPr>
          <p:cNvSpPr>
            <a:spLocks xmlns:a="http://schemas.openxmlformats.org/drawingml/2006/main" noGrp="1"/>
          </p:cNvSpPr>
          <p:nvPr/>
        </p:nvSpPr>
        <p:spPr>
          <a:xfrm xmlns:a="http://schemas.openxmlformats.org/drawingml/2006/main">
            <a:off x="628650" y="1714500"/>
            <a:ext cx="4810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Требования вакансии</a:t>
            </a:r>
          </a:p>
        </p:txBody>
      </p:sp>
      <p:sp>
        <p:nvSpPr>
          <p:cNvPr id="27" name="content-10-2">
            <a:extLst xmlns:a="http://schemas.openxmlformats.org/drawingml/2006/main">
              <a:ext uri="{FF2B5EF4-FFF2-40B4-BE49-F238E27FC236}">
                <a16:creationId xmlns:a16="http://schemas.microsoft.com/office/drawing/2014/main" id="{9052395B-D6C9-4083-8BB7-F0A8F40F843E}"/>
              </a:ext>
            </a:extLst>
          </p:cNvPr>
          <p:cNvSpPr>
            <a:spLocks xmlns:a="http://schemas.openxmlformats.org/drawingml/2006/main" noGrp="1"/>
          </p:cNvSpPr>
          <p:nvPr/>
        </p:nvSpPr>
        <p:spPr>
          <a:xfrm xmlns:a="http://schemas.openxmlformats.org/drawingml/2006/main">
            <a:off x="628650" y="2686050"/>
            <a:ext cx="47434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Компания выбирает навыки и уровни по открытым критериям. Подбор сравнивает их с подтверждениями кандидата.</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Достижения ФСП дополняют оценку внутри подходящей категории.</a:t>
            </a:r>
          </a:p>
        </p:txBody>
      </p:sp>
      <p:sp>
        <p:nvSpPr>
          <p:cNvPr id="28" name="content-10-3">
            <a:extLst xmlns:a="http://schemas.openxmlformats.org/drawingml/2006/main">
              <a:ext uri="{FF2B5EF4-FFF2-40B4-BE49-F238E27FC236}">
                <a16:creationId xmlns:a16="http://schemas.microsoft.com/office/drawing/2014/main" id="{5C325117-5AD9-4F50-A297-1767472D3018}"/>
              </a:ext>
            </a:extLst>
          </p:cNvPr>
          <p:cNvSpPr>
            <a:spLocks xmlns:a="http://schemas.openxmlformats.org/drawingml/2006/main" noGrp="1"/>
          </p:cNvSpPr>
          <p:nvPr/>
        </p:nvSpPr>
        <p:spPr>
          <a:xfrm xmlns:a="http://schemas.openxmlformats.org/drawingml/2006/main">
            <a:off x="628650" y="5334000"/>
            <a:ext cx="4743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0978"/>
                </a:solidFill>
                <a:latin typeface="Montserrat"/>
                <a:ea typeface="Montserrat"/>
                <a:cs typeface="Montserrat"/>
              </a:defRPr>
            </a:defPPr>
          </a:lstStyle>
          <a:p xmlns:a="http://schemas.openxmlformats.org/drawingml/2006/main">
            <a:pPr algn="l">
              <a:lnSpc>
                <a:spcPct val="120000"/>
              </a:lnSpc>
              <a:buNone/>
              <a:defRPr sz="1500" b="0">
                <a:solidFill>
                  <a:srgbClr val="520978"/>
                </a:solidFill>
                <a:latin typeface="Montserrat"/>
                <a:ea typeface="Montserrat"/>
                <a:cs typeface="Montserrat"/>
              </a:defRPr>
            </a:pPr>
            <a:r>
              <a:rPr sz="1500" b="0">
                <a:solidFill>
                  <a:srgbClr val="520978"/>
                </a:solidFill>
                <a:latin typeface="Montserrat"/>
                <a:ea typeface="Montserrat"/>
                <a:cs typeface="Montserrat"/>
              </a:rPr>
              <a:t>Пример формата объяснения.</a:t>
            </a:r>
          </a:p>
          <a:p xmlns:a="http://schemas.openxmlformats.org/drawingml/2006/main">
            <a:pPr algn="l">
              <a:lnSpc>
                <a:spcPct val="120000"/>
              </a:lnSpc>
              <a:buNone/>
              <a:defRPr sz="1500" b="0">
                <a:solidFill>
                  <a:srgbClr val="520978"/>
                </a:solidFill>
                <a:latin typeface="Montserrat"/>
                <a:ea typeface="Montserrat"/>
                <a:cs typeface="Montserrat"/>
              </a:defRPr>
            </a:pPr>
            <a:r>
              <a:rPr sz="1500" b="0">
                <a:solidFill>
                  <a:srgbClr val="520978"/>
                </a:solidFill>
                <a:latin typeface="Montserrat"/>
                <a:ea typeface="Montserrat"/>
                <a:cs typeface="Montserrat"/>
              </a:rPr>
              <a:t>Данные синтетические.</a:t>
            </a:r>
          </a:p>
        </p:txBody>
      </p:sp>
      <p:sp>
        <p:nvSpPr>
          <p:cNvPr id="29" name="content-10-4">
            <a:extLst xmlns:a="http://schemas.openxmlformats.org/drawingml/2006/main">
              <a:ext uri="{FF2B5EF4-FFF2-40B4-BE49-F238E27FC236}">
                <a16:creationId xmlns:a16="http://schemas.microsoft.com/office/drawing/2014/main" id="{4F0880B7-850D-48D4-87E4-DF758B56C66A}"/>
              </a:ext>
            </a:extLst>
          </p:cNvPr>
          <p:cNvSpPr>
            <a:spLocks xmlns:a="http://schemas.openxmlformats.org/drawingml/2006/main" noGrp="1"/>
          </p:cNvSpPr>
          <p:nvPr/>
        </p:nvSpPr>
        <p:spPr>
          <a:xfrm xmlns:a="http://schemas.openxmlformats.org/drawingml/2006/main">
            <a:off x="6191250" y="149542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Backend Middle подтверждён тестом.</a:t>
            </a:r>
          </a:p>
        </p:txBody>
      </p:sp>
      <p:sp>
        <p:nvSpPr>
          <p:cNvPr id="30" name="content-10-5">
            <a:extLst xmlns:a="http://schemas.openxmlformats.org/drawingml/2006/main">
              <a:ext uri="{FF2B5EF4-FFF2-40B4-BE49-F238E27FC236}">
                <a16:creationId xmlns:a16="http://schemas.microsoft.com/office/drawing/2014/main" id="{D3CED3A9-B17B-423C-8F58-10DA6AF40440}"/>
              </a:ext>
            </a:extLst>
          </p:cNvPr>
          <p:cNvSpPr>
            <a:spLocks xmlns:a="http://schemas.openxmlformats.org/drawingml/2006/main" noGrp="1"/>
          </p:cNvSpPr>
          <p:nvPr/>
        </p:nvSpPr>
        <p:spPr>
          <a:xfrm xmlns:a="http://schemas.openxmlformats.org/drawingml/2006/main">
            <a:off x="6191250" y="250507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SQL и JOIN проверены, требование выполнено.</a:t>
            </a:r>
          </a:p>
        </p:txBody>
      </p:sp>
      <p:sp>
        <p:nvSpPr>
          <p:cNvPr id="31" name="content-10-6">
            <a:extLst xmlns:a="http://schemas.openxmlformats.org/drawingml/2006/main">
              <a:ext uri="{FF2B5EF4-FFF2-40B4-BE49-F238E27FC236}">
                <a16:creationId xmlns:a16="http://schemas.microsoft.com/office/drawing/2014/main" id="{AAE06296-DEE5-43CF-A765-9DFFD5633CF3}"/>
              </a:ext>
            </a:extLst>
          </p:cNvPr>
          <p:cNvSpPr>
            <a:spLocks xmlns:a="http://schemas.openxmlformats.org/drawingml/2006/main" noGrp="1"/>
          </p:cNvSpPr>
          <p:nvPr/>
        </p:nvSpPr>
        <p:spPr>
          <a:xfrm xmlns:a="http://schemas.openxmlformats.org/drawingml/2006/main">
            <a:off x="6191250" y="351472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Проектирование API требует дополнительной проверки.</a:t>
            </a:r>
          </a:p>
        </p:txBody>
      </p:sp>
      <p:sp>
        <p:nvSpPr>
          <p:cNvPr id="32" name="content-10-7">
            <a:extLst xmlns:a="http://schemas.openxmlformats.org/drawingml/2006/main">
              <a:ext uri="{FF2B5EF4-FFF2-40B4-BE49-F238E27FC236}">
                <a16:creationId xmlns:a16="http://schemas.microsoft.com/office/drawing/2014/main" id="{6F5573F6-4B2E-4895-A973-642C5730D303}"/>
              </a:ext>
            </a:extLst>
          </p:cNvPr>
          <p:cNvSpPr>
            <a:spLocks xmlns:a="http://schemas.openxmlformats.org/drawingml/2006/main" noGrp="1"/>
          </p:cNvSpPr>
          <p:nvPr/>
        </p:nvSpPr>
        <p:spPr>
          <a:xfrm xmlns:a="http://schemas.openxmlformats.org/drawingml/2006/main">
            <a:off x="6191250" y="452437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Kubernetes заявлен в резюме, тестом не проверен.</a:t>
            </a:r>
          </a:p>
        </p:txBody>
      </p:sp>
      <p:sp>
        <p:nvSpPr>
          <p:cNvPr id="33" name="content-10-8">
            <a:extLst xmlns:a="http://schemas.openxmlformats.org/drawingml/2006/main">
              <a:ext uri="{FF2B5EF4-FFF2-40B4-BE49-F238E27FC236}">
                <a16:creationId xmlns:a16="http://schemas.microsoft.com/office/drawing/2014/main" id="{0A2E7832-73F1-46B7-889F-62FAA9A9264D}"/>
              </a:ext>
            </a:extLst>
          </p:cNvPr>
          <p:cNvSpPr>
            <a:spLocks xmlns:a="http://schemas.openxmlformats.org/drawingml/2006/main" noGrp="1"/>
          </p:cNvSpPr>
          <p:nvPr/>
        </p:nvSpPr>
        <p:spPr>
          <a:xfrm xmlns:a="http://schemas.openxmlformats.org/drawingml/2006/main">
            <a:off x="6191250" y="553402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Компания видит совпадения и пробелы.</a:t>
            </a:r>
          </a:p>
        </p:txBody>
      </p:sp>
      <p:sp>
        <p:nvSpPr>
          <p:cNvPr id="34" name="slide-number">
            <a:extLst xmlns:a="http://schemas.openxmlformats.org/drawingml/2006/main">
              <a:ext uri="{FF2B5EF4-FFF2-40B4-BE49-F238E27FC236}">
                <a16:creationId xmlns:a16="http://schemas.microsoft.com/office/drawing/2014/main" id="{5A481585-A359-4BD6-91F6-F9506E7458F5}"/>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10</a:t>
            </a:r>
          </a:p>
        </p:txBody>
      </p:sp>
    </p:spTree>
    <p:extLst>
      <p:ext uri="{BB962C8B-B14F-4D97-AF65-F5344CB8AC3E}">
        <p14:creationId xmlns:p14="http://schemas.microsoft.com/office/powerpoint/2010/main" val="1069895185"/>
      </p:ext>
    </p:extLst>
  </p:cSld>
</p:sld>
</file>

<file path=ppt/slides/slide11.xml><?xml version="1.0" encoding="utf-8"?>
<p:sld xmlns:p="http://schemas.openxmlformats.org/presentationml/2006/main">
  <p:cSld>
    <p:bg>
      <p:bgPr>
        <a:blipFill xmlns:a="http://schemas.openxmlformats.org/drawingml/2006/main" rotWithShape="1">
          <a:blip xmlns:r="http://schemas.openxmlformats.org/officeDocument/2006/relationships" r:embed="R67ea9d78e13a443e">
            <a:lum/>
          </a:blip>
          <a:srcRect l="0" t="0" r="0" b="0"/>
          <a:stretch>
            <a:fillRect l="0" t="0" r="0" b="0"/>
          </a:stretch>
        </a:blipFill>
      </p:bgPr>
    </p:bg>
    <p:spTree>
      <p:nvGrpSpPr>
        <p:cNvPr id="1" name=""/>
        <p:cNvGrpSpPr/>
        <p:nvPr/>
      </p:nvGrpSpPr>
      <p:grpSpPr>
        <a:xfrm xmlns:a="http://schemas.openxmlformats.org/drawingml/2006/main"/>
      </p:grpSpPr>
      <p:sp>
        <p:nvSpPr>
          <p:cNvPr id="8" name="Скругленный прямоугольник 7">
            <a:extLst xmlns:a="http://schemas.openxmlformats.org/drawingml/2006/main">
              <a:ext uri="{FF2B5EF4-FFF2-40B4-BE49-F238E27FC236}">
                <a16:creationId xmlns:a16="http://schemas.microsoft.com/office/drawing/2014/main" id="{8587F3BD-E802-93BD-3D32-FDF202FEA64D}"/>
              </a:ext>
            </a:extLst>
          </p:cNvPr>
          <p:cNvSpPr>
            <a:spLocks xmlns:a="http://schemas.openxmlformats.org/drawingml/2006/main" noGrp="1"/>
          </p:cNvSpPr>
          <p:nvPr/>
        </p:nvSpPr>
        <p:spPr>
          <a:xfrm xmlns:a="http://schemas.openxmlformats.org/drawingml/2006/main">
            <a:off x="4419477" y="1522006"/>
            <a:ext cx="3399397"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9" name="Скругленный прямоугольник 8">
            <a:extLst xmlns:a="http://schemas.openxmlformats.org/drawingml/2006/main">
              <a:ext uri="{FF2B5EF4-FFF2-40B4-BE49-F238E27FC236}">
                <a16:creationId xmlns:a16="http://schemas.microsoft.com/office/drawing/2014/main" id="{B6016C66-2F45-3093-7675-966377141ADD}"/>
              </a:ext>
            </a:extLst>
          </p:cNvPr>
          <p:cNvSpPr>
            <a:spLocks xmlns:a="http://schemas.openxmlformats.org/drawingml/2006/main" noGrp="1"/>
          </p:cNvSpPr>
          <p:nvPr/>
        </p:nvSpPr>
        <p:spPr>
          <a:xfrm xmlns:a="http://schemas.openxmlformats.org/drawingml/2006/main">
            <a:off x="8365958" y="1522006"/>
            <a:ext cx="3248506"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0" name="Скругленный прямоугольник 9">
            <a:extLst xmlns:a="http://schemas.openxmlformats.org/drawingml/2006/main">
              <a:ext uri="{FF2B5EF4-FFF2-40B4-BE49-F238E27FC236}">
                <a16:creationId xmlns:a16="http://schemas.microsoft.com/office/drawing/2014/main" id="{9A68CA47-326C-A498-C456-623193EF0FFA}"/>
              </a:ext>
            </a:extLst>
          </p:cNvPr>
          <p:cNvSpPr>
            <a:spLocks xmlns:a="http://schemas.openxmlformats.org/drawingml/2006/main" noGrp="1"/>
          </p:cNvSpPr>
          <p:nvPr/>
        </p:nvSpPr>
        <p:spPr>
          <a:xfrm xmlns:a="http://schemas.openxmlformats.org/drawingml/2006/main">
            <a:off x="623888" y="1522006"/>
            <a:ext cx="3248506"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1" name="primary-heading">
            <a:extLst xmlns:a="http://schemas.openxmlformats.org/drawingml/2006/main">
              <a:ext uri="{FF2B5EF4-FFF2-40B4-BE49-F238E27FC236}">
                <a16:creationId xmlns:a16="http://schemas.microsoft.com/office/drawing/2014/main" id="{809E7323-0ADD-45A0-9CD6-D58D55E6CEF4}"/>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520978"/>
                </a:solidFill>
                <a:latin typeface="Montserrat"/>
                <a:ea typeface="Montserrat"/>
                <a:cs typeface="Montserrat"/>
              </a:defRPr>
            </a:defPPr>
          </a:lstStyle>
          <a:p xmlns:a="http://schemas.openxmlformats.org/drawingml/2006/main">
            <a:pPr algn="l">
              <a:lnSpc>
                <a:spcPct val="120000"/>
              </a:lnSpc>
              <a:buNone/>
              <a:defRPr sz="1997" b="1">
                <a:solidFill>
                  <a:srgbClr val="520978"/>
                </a:solidFill>
                <a:latin typeface="Montserrat"/>
                <a:ea typeface="Montserrat"/>
                <a:cs typeface="Montserrat"/>
              </a:defRPr>
            </a:pPr>
            <a:r>
              <a:rPr sz="1997" b="1">
                <a:solidFill>
                  <a:srgbClr val="520978"/>
                </a:solidFill>
                <a:latin typeface="Montserrat"/>
                <a:ea typeface="Montserrat"/>
                <a:cs typeface="Montserrat"/>
              </a:rPr>
              <a:t>ПРИМЕР АДРЕСНОГО ПРЕДЛОЖЕНИЯ</a:t>
            </a:r>
          </a:p>
        </p:txBody>
      </p:sp>
      <p:sp>
        <p:nvSpPr>
          <p:cNvPr id="12" name="content-11-1">
            <a:extLst xmlns:a="http://schemas.openxmlformats.org/drawingml/2006/main">
              <a:ext uri="{FF2B5EF4-FFF2-40B4-BE49-F238E27FC236}">
                <a16:creationId xmlns:a16="http://schemas.microsoft.com/office/drawing/2014/main" id="{9C41ADE5-7C30-4B1F-B199-6C2A438470B1}"/>
              </a:ext>
            </a:extLst>
          </p:cNvPr>
          <p:cNvSpPr>
            <a:spLocks xmlns:a="http://schemas.openxmlformats.org/drawingml/2006/main" noGrp="1"/>
          </p:cNvSpPr>
          <p:nvPr/>
        </p:nvSpPr>
        <p:spPr>
          <a:xfrm xmlns:a="http://schemas.openxmlformats.org/drawingml/2006/main">
            <a:off x="833438"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01</a:t>
            </a:r>
          </a:p>
        </p:txBody>
      </p:sp>
      <p:sp>
        <p:nvSpPr>
          <p:cNvPr id="13" name="content-11-2">
            <a:extLst xmlns:a="http://schemas.openxmlformats.org/drawingml/2006/main">
              <a:ext uri="{FF2B5EF4-FFF2-40B4-BE49-F238E27FC236}">
                <a16:creationId xmlns:a16="http://schemas.microsoft.com/office/drawing/2014/main" id="{BA0BBF16-D63E-45C6-9505-7815F5DA2E5C}"/>
              </a:ext>
            </a:extLst>
          </p:cNvPr>
          <p:cNvSpPr>
            <a:spLocks xmlns:a="http://schemas.openxmlformats.org/drawingml/2006/main" noGrp="1"/>
          </p:cNvSpPr>
          <p:nvPr/>
        </p:nvSpPr>
        <p:spPr>
          <a:xfrm xmlns:a="http://schemas.openxmlformats.org/drawingml/2006/main">
            <a:off x="833438"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Компания Демо</a:t>
            </a:r>
          </a:p>
        </p:txBody>
      </p:sp>
      <p:sp>
        <p:nvSpPr>
          <p:cNvPr id="14" name="content-11-3">
            <a:extLst xmlns:a="http://schemas.openxmlformats.org/drawingml/2006/main">
              <a:ext uri="{FF2B5EF4-FFF2-40B4-BE49-F238E27FC236}">
                <a16:creationId xmlns:a16="http://schemas.microsoft.com/office/drawing/2014/main" id="{B312F3BA-3256-4587-98ED-AEB1809FED8F}"/>
              </a:ext>
            </a:extLst>
          </p:cNvPr>
          <p:cNvSpPr>
            <a:spLocks xmlns:a="http://schemas.openxmlformats.org/drawingml/2006/main" noGrp="1"/>
          </p:cNvSpPr>
          <p:nvPr/>
        </p:nvSpPr>
        <p:spPr>
          <a:xfrm xmlns:a="http://schemas.openxmlformats.org/drawingml/2006/main">
            <a:off x="833438"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Backend-разработчик. Развитие API и работа с PostgreSQL.</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Удалённо, полная занятость.</a:t>
            </a:r>
          </a:p>
        </p:txBody>
      </p:sp>
      <p:sp>
        <p:nvSpPr>
          <p:cNvPr id="15" name="content-11-4">
            <a:extLst xmlns:a="http://schemas.openxmlformats.org/drawingml/2006/main">
              <a:ext uri="{FF2B5EF4-FFF2-40B4-BE49-F238E27FC236}">
                <a16:creationId xmlns:a16="http://schemas.microsoft.com/office/drawing/2014/main" id="{497E991A-D5B1-4E13-B795-5E307EADC555}"/>
              </a:ext>
            </a:extLst>
          </p:cNvPr>
          <p:cNvSpPr>
            <a:spLocks xmlns:a="http://schemas.openxmlformats.org/drawingml/2006/main" noGrp="1"/>
          </p:cNvSpPr>
          <p:nvPr/>
        </p:nvSpPr>
        <p:spPr>
          <a:xfrm xmlns:a="http://schemas.openxmlformats.org/drawingml/2006/main">
            <a:off x="4629150"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02</a:t>
            </a:r>
          </a:p>
        </p:txBody>
      </p:sp>
      <p:sp>
        <p:nvSpPr>
          <p:cNvPr id="16" name="content-11-5">
            <a:extLst xmlns:a="http://schemas.openxmlformats.org/drawingml/2006/main">
              <a:ext uri="{FF2B5EF4-FFF2-40B4-BE49-F238E27FC236}">
                <a16:creationId xmlns:a16="http://schemas.microsoft.com/office/drawing/2014/main" id="{5E6450B2-16E0-43F9-8312-6286037C3BB4}"/>
              </a:ext>
            </a:extLst>
          </p:cNvPr>
          <p:cNvSpPr>
            <a:spLocks xmlns:a="http://schemas.openxmlformats.org/drawingml/2006/main" noGrp="1"/>
          </p:cNvSpPr>
          <p:nvPr/>
        </p:nvSpPr>
        <p:spPr>
          <a:xfrm xmlns:a="http://schemas.openxmlformats.org/drawingml/2006/main">
            <a:off x="4629150"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Условия до общения</a:t>
            </a:r>
          </a:p>
        </p:txBody>
      </p:sp>
      <p:sp>
        <p:nvSpPr>
          <p:cNvPr id="17" name="content-11-6">
            <a:extLst xmlns:a="http://schemas.openxmlformats.org/drawingml/2006/main">
              <a:ext uri="{FF2B5EF4-FFF2-40B4-BE49-F238E27FC236}">
                <a16:creationId xmlns:a16="http://schemas.microsoft.com/office/drawing/2014/main" id="{84C6143A-49EE-45DD-AEDC-37BC8290B174}"/>
              </a:ext>
            </a:extLst>
          </p:cNvPr>
          <p:cNvSpPr>
            <a:spLocks xmlns:a="http://schemas.openxmlformats.org/drawingml/2006/main" noGrp="1"/>
          </p:cNvSpPr>
          <p:nvPr/>
        </p:nvSpPr>
        <p:spPr>
          <a:xfrm xmlns:a="http://schemas.openxmlformats.org/drawingml/2006/main">
            <a:off x="4629150"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180 000–220 000 ₽ в месяц до вычета налогов.</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Компания указывает способ связи и полное описание предложения.</a:t>
            </a:r>
          </a:p>
        </p:txBody>
      </p:sp>
      <p:sp>
        <p:nvSpPr>
          <p:cNvPr id="18" name="content-11-7">
            <a:extLst xmlns:a="http://schemas.openxmlformats.org/drawingml/2006/main">
              <a:ext uri="{FF2B5EF4-FFF2-40B4-BE49-F238E27FC236}">
                <a16:creationId xmlns:a16="http://schemas.microsoft.com/office/drawing/2014/main" id="{F3F8EA72-D00C-47B5-96A9-C3C050423AD4}"/>
              </a:ext>
            </a:extLst>
          </p:cNvPr>
          <p:cNvSpPr>
            <a:spLocks xmlns:a="http://schemas.openxmlformats.org/drawingml/2006/main" noGrp="1"/>
          </p:cNvSpPr>
          <p:nvPr/>
        </p:nvSpPr>
        <p:spPr>
          <a:xfrm xmlns:a="http://schemas.openxmlformats.org/drawingml/2006/main">
            <a:off x="8575358"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03</a:t>
            </a:r>
          </a:p>
        </p:txBody>
      </p:sp>
      <p:sp>
        <p:nvSpPr>
          <p:cNvPr id="19" name="content-11-8">
            <a:extLst xmlns:a="http://schemas.openxmlformats.org/drawingml/2006/main">
              <a:ext uri="{FF2B5EF4-FFF2-40B4-BE49-F238E27FC236}">
                <a16:creationId xmlns:a16="http://schemas.microsoft.com/office/drawing/2014/main" id="{85D41A4F-AB86-4E97-B69C-C3B56186DA22}"/>
              </a:ext>
            </a:extLst>
          </p:cNvPr>
          <p:cNvSpPr>
            <a:spLocks xmlns:a="http://schemas.openxmlformats.org/drawingml/2006/main" noGrp="1"/>
          </p:cNvSpPr>
          <p:nvPr/>
        </p:nvSpPr>
        <p:spPr>
          <a:xfrm xmlns:a="http://schemas.openxmlformats.org/drawingml/2006/main">
            <a:off x="8575358"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Решение кандидата</a:t>
            </a:r>
          </a:p>
        </p:txBody>
      </p:sp>
      <p:sp>
        <p:nvSpPr>
          <p:cNvPr id="20" name="content-11-9">
            <a:extLst xmlns:a="http://schemas.openxmlformats.org/drawingml/2006/main">
              <a:ext uri="{FF2B5EF4-FFF2-40B4-BE49-F238E27FC236}">
                <a16:creationId xmlns:a16="http://schemas.microsoft.com/office/drawing/2014/main" id="{72BB84BE-7D54-4837-895E-539C0AAFF912}"/>
              </a:ext>
            </a:extLst>
          </p:cNvPr>
          <p:cNvSpPr>
            <a:spLocks xmlns:a="http://schemas.openxmlformats.org/drawingml/2006/main" noGrp="1"/>
          </p:cNvSpPr>
          <p:nvPr/>
        </p:nvSpPr>
        <p:spPr>
          <a:xfrm xmlns:a="http://schemas.openxmlformats.org/drawingml/2006/main">
            <a:off x="8575358"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Принять или отклонить приглашение.</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После принятия компания получает контакты. Другие работодатели доступа не получают.</a:t>
            </a:r>
          </a:p>
        </p:txBody>
      </p:sp>
      <p:sp>
        <p:nvSpPr>
          <p:cNvPr id="21" name="content-11-10">
            <a:extLst xmlns:a="http://schemas.openxmlformats.org/drawingml/2006/main">
              <a:ext uri="{FF2B5EF4-FFF2-40B4-BE49-F238E27FC236}">
                <a16:creationId xmlns:a16="http://schemas.microsoft.com/office/drawing/2014/main" id="{AF1BD145-F9B0-424C-8567-3CDA0AD39EF8}"/>
              </a:ext>
            </a:extLst>
          </p:cNvPr>
          <p:cNvSpPr>
            <a:spLocks xmlns:a="http://schemas.openxmlformats.org/drawingml/2006/main" noGrp="1"/>
          </p:cNvSpPr>
          <p:nvPr/>
        </p:nvSpPr>
        <p:spPr>
          <a:xfrm xmlns:a="http://schemas.openxmlformats.org/drawingml/2006/main">
            <a:off x="762000" y="630555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0978"/>
                </a:solidFill>
                <a:latin typeface="Montserrat"/>
                <a:ea typeface="Montserrat"/>
                <a:cs typeface="Montserrat"/>
              </a:defRPr>
            </a:defPPr>
          </a:lstStyle>
          <a:p xmlns:a="http://schemas.openxmlformats.org/drawingml/2006/main">
            <a:pPr algn="l">
              <a:lnSpc>
                <a:spcPct val="120000"/>
              </a:lnSpc>
              <a:buNone/>
              <a:defRPr sz="1200" b="0">
                <a:solidFill>
                  <a:srgbClr val="520978"/>
                </a:solidFill>
                <a:latin typeface="Montserrat"/>
                <a:ea typeface="Montserrat"/>
                <a:cs typeface="Montserrat"/>
              </a:defRPr>
            </a:pPr>
            <a:r>
              <a:rPr sz="1200" b="0">
                <a:solidFill>
                  <a:srgbClr val="520978"/>
                </a:solidFill>
                <a:latin typeface="Montserrat"/>
                <a:ea typeface="Montserrat"/>
                <a:cs typeface="Montserrat"/>
              </a:rPr>
              <a:t>Демонстрационный пример, не реальная вакансия.</a:t>
            </a:r>
          </a:p>
        </p:txBody>
      </p:sp>
      <p:sp>
        <p:nvSpPr>
          <p:cNvPr id="22" name="slide-number">
            <a:extLst xmlns:a="http://schemas.openxmlformats.org/drawingml/2006/main">
              <a:ext uri="{FF2B5EF4-FFF2-40B4-BE49-F238E27FC236}">
                <a16:creationId xmlns:a16="http://schemas.microsoft.com/office/drawing/2014/main" id="{E29413A8-8714-4BDB-A81B-AFC97395EE3A}"/>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11</a:t>
            </a:r>
          </a:p>
        </p:txBody>
      </p:sp>
    </p:spTree>
    <p:extLst>
      <p:ext uri="{BB962C8B-B14F-4D97-AF65-F5344CB8AC3E}">
        <p14:creationId xmlns:p14="http://schemas.microsoft.com/office/powerpoint/2010/main" val="3112216425"/>
      </p:ext>
    </p:extLst>
  </p:cSld>
</p:sld>
</file>

<file path=ppt/slides/slide12.xml><?xml version="1.0" encoding="utf-8"?>
<p:sld xmlns:p="http://schemas.openxmlformats.org/presentationml/2006/main">
  <p:cSld>
    <p:bg>
      <p:bgPr>
        <a:blipFill xmlns:a="http://schemas.openxmlformats.org/drawingml/2006/main" rotWithShape="1">
          <a:blip xmlns:r="http://schemas.openxmlformats.org/officeDocument/2006/relationships" r:embed="Ra8412dd9c3864061">
            <a:lum/>
          </a:blip>
          <a:srcRect l="0" t="0" r="0" b="0"/>
          <a:stretch>
            <a:fillRect l="0" t="0" r="0" b="0"/>
          </a:stretch>
        </a:blipFill>
      </p:bgPr>
    </p:bg>
    <p:spTree>
      <p:nvGrpSpPr>
        <p:cNvPr id="1" name=""/>
        <p:cNvGrpSpPr/>
        <p:nvPr/>
      </p:nvGrpSpPr>
      <p:grpSpPr>
        <a:xfrm xmlns:a="http://schemas.openxmlformats.org/drawingml/2006/main"/>
      </p:grpSpPr>
      <p:sp>
        <p:nvSpPr>
          <p:cNvPr id="2" name="Прямая соединительная линия 1">
            <a:extLst xmlns:a="http://schemas.openxmlformats.org/drawingml/2006/main">
              <a:ext uri="{FF2B5EF4-FFF2-40B4-BE49-F238E27FC236}">
                <a16:creationId xmlns:a16="http://schemas.microsoft.com/office/drawing/2014/main" id="{9769F393-F888-4CFE-BDA7-BC322C148C25}"/>
              </a:ext>
            </a:extLst>
          </p:cNvPr>
          <p:cNvSpPr>
            <a:spLocks xmlns:a="http://schemas.openxmlformats.org/drawingml/2006/main" noGrp="1"/>
          </p:cNvSpPr>
          <p:nvPr/>
        </p:nvSpPr>
        <p:spPr>
          <a:xfrm xmlns:a="http://schemas.openxmlformats.org/drawingml/2006/main">
            <a:off x="523875" y="16002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4" name="Прямая соединительная линия 3">
            <a:extLst xmlns:a="http://schemas.openxmlformats.org/drawingml/2006/main">
              <a:ext uri="{FF2B5EF4-FFF2-40B4-BE49-F238E27FC236}">
                <a16:creationId xmlns:a16="http://schemas.microsoft.com/office/drawing/2014/main" id="{74AABF6B-8B44-48D4-B93D-277B09BB695A}"/>
              </a:ext>
            </a:extLst>
          </p:cNvPr>
          <p:cNvSpPr>
            <a:spLocks xmlns:a="http://schemas.openxmlformats.org/drawingml/2006/main" noGrp="1"/>
          </p:cNvSpPr>
          <p:nvPr/>
        </p:nvSpPr>
        <p:spPr>
          <a:xfrm xmlns:a="http://schemas.openxmlformats.org/drawingml/2006/main">
            <a:off x="523875" y="27051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3" name="Прямая соединительная линия 12">
            <a:extLst xmlns:a="http://schemas.openxmlformats.org/drawingml/2006/main">
              <a:ext uri="{FF2B5EF4-FFF2-40B4-BE49-F238E27FC236}">
                <a16:creationId xmlns:a16="http://schemas.microsoft.com/office/drawing/2014/main" id="{55C47646-3D2B-4753-9BC7-A995021EEDAB}"/>
              </a:ext>
            </a:extLst>
          </p:cNvPr>
          <p:cNvSpPr>
            <a:spLocks xmlns:a="http://schemas.openxmlformats.org/drawingml/2006/main" noGrp="1"/>
          </p:cNvSpPr>
          <p:nvPr/>
        </p:nvSpPr>
        <p:spPr>
          <a:xfrm xmlns:a="http://schemas.openxmlformats.org/drawingml/2006/main">
            <a:off x="523875" y="38100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Прямая соединительная линия 13">
            <a:extLst xmlns:a="http://schemas.openxmlformats.org/drawingml/2006/main">
              <a:ext uri="{FF2B5EF4-FFF2-40B4-BE49-F238E27FC236}">
                <a16:creationId xmlns:a16="http://schemas.microsoft.com/office/drawing/2014/main" id="{76BE06F9-1216-49EB-867D-271ADD75A237}"/>
              </a:ext>
            </a:extLst>
          </p:cNvPr>
          <p:cNvSpPr>
            <a:spLocks xmlns:a="http://schemas.openxmlformats.org/drawingml/2006/main" noGrp="1"/>
          </p:cNvSpPr>
          <p:nvPr/>
        </p:nvSpPr>
        <p:spPr>
          <a:xfrm xmlns:a="http://schemas.openxmlformats.org/drawingml/2006/main">
            <a:off x="523875" y="49149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5" name="primary-heading">
            <a:extLst xmlns:a="http://schemas.openxmlformats.org/drawingml/2006/main">
              <a:ext uri="{FF2B5EF4-FFF2-40B4-BE49-F238E27FC236}">
                <a16:creationId xmlns:a16="http://schemas.microsoft.com/office/drawing/2014/main" id="{4A0CB507-D27B-469B-8C3E-19DA39BD467A}"/>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520978"/>
                </a:solidFill>
                <a:latin typeface="Montserrat"/>
                <a:ea typeface="Montserrat"/>
                <a:cs typeface="Montserrat"/>
              </a:defRPr>
            </a:defPPr>
          </a:lstStyle>
          <a:p xmlns:a="http://schemas.openxmlformats.org/drawingml/2006/main">
            <a:pPr algn="l">
              <a:lnSpc>
                <a:spcPct val="120000"/>
              </a:lnSpc>
              <a:buNone/>
              <a:defRPr sz="1997" b="1">
                <a:solidFill>
                  <a:srgbClr val="520978"/>
                </a:solidFill>
                <a:latin typeface="Montserrat"/>
                <a:ea typeface="Montserrat"/>
                <a:cs typeface="Montserrat"/>
              </a:defRPr>
            </a:pPr>
            <a:r>
              <a:rPr sz="1997" b="1">
                <a:solidFill>
                  <a:srgbClr val="520978"/>
                </a:solidFill>
                <a:latin typeface="Montserrat"/>
                <a:ea typeface="Montserrat"/>
                <a:cs typeface="Montserrat"/>
              </a:rPr>
              <a:t>АНОНИМНОСТЬ И ПРИГЛАШЕНИЯ</a:t>
            </a:r>
          </a:p>
        </p:txBody>
      </p:sp>
      <p:sp>
        <p:nvSpPr>
          <p:cNvPr id="16" name="content-12-1">
            <a:extLst xmlns:a="http://schemas.openxmlformats.org/drawingml/2006/main">
              <a:ext uri="{FF2B5EF4-FFF2-40B4-BE49-F238E27FC236}">
                <a16:creationId xmlns:a16="http://schemas.microsoft.com/office/drawing/2014/main" id="{051C61A6-886D-42EB-BF13-B3F069C2B44D}"/>
              </a:ext>
            </a:extLst>
          </p:cNvPr>
          <p:cNvSpPr>
            <a:spLocks xmlns:a="http://schemas.openxmlformats.org/drawingml/2006/main" noGrp="1"/>
          </p:cNvSpPr>
          <p:nvPr/>
        </p:nvSpPr>
        <p:spPr>
          <a:xfrm xmlns:a="http://schemas.openxmlformats.org/drawingml/2006/main">
            <a:off x="619125" y="17145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До согласия</a:t>
            </a:r>
          </a:p>
        </p:txBody>
      </p:sp>
      <p:sp>
        <p:nvSpPr>
          <p:cNvPr id="17" name="content-12-2">
            <a:extLst xmlns:a="http://schemas.openxmlformats.org/drawingml/2006/main">
              <a:ext uri="{FF2B5EF4-FFF2-40B4-BE49-F238E27FC236}">
                <a16:creationId xmlns:a16="http://schemas.microsoft.com/office/drawing/2014/main" id="{7FFB3C25-FC20-4EB4-A6F8-9FBA9929106A}"/>
              </a:ext>
            </a:extLst>
          </p:cNvPr>
          <p:cNvSpPr>
            <a:spLocks xmlns:a="http://schemas.openxmlformats.org/drawingml/2006/main" noGrp="1"/>
          </p:cNvSpPr>
          <p:nvPr/>
        </p:nvSpPr>
        <p:spPr>
          <a:xfrm xmlns:a="http://schemas.openxmlformats.org/drawingml/2006/main">
            <a:off x="3829050" y="17145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Компания видит навыки и результаты без имени, фото и контактов. API и PDF также сохраняют анонимность.</a:t>
            </a:r>
          </a:p>
        </p:txBody>
      </p:sp>
      <p:sp>
        <p:nvSpPr>
          <p:cNvPr id="18" name="content-12-3">
            <a:extLst xmlns:a="http://schemas.openxmlformats.org/drawingml/2006/main">
              <a:ext uri="{FF2B5EF4-FFF2-40B4-BE49-F238E27FC236}">
                <a16:creationId xmlns:a16="http://schemas.microsoft.com/office/drawing/2014/main" id="{1A92AEA1-4C85-4036-976B-D669DA14BB9B}"/>
              </a:ext>
            </a:extLst>
          </p:cNvPr>
          <p:cNvSpPr>
            <a:spLocks xmlns:a="http://schemas.openxmlformats.org/drawingml/2006/main" noGrp="1"/>
          </p:cNvSpPr>
          <p:nvPr/>
        </p:nvSpPr>
        <p:spPr>
          <a:xfrm xmlns:a="http://schemas.openxmlformats.org/drawingml/2006/main">
            <a:off x="619125" y="28194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После принятия</a:t>
            </a:r>
          </a:p>
        </p:txBody>
      </p:sp>
      <p:sp>
        <p:nvSpPr>
          <p:cNvPr id="19" name="content-12-4">
            <a:extLst xmlns:a="http://schemas.openxmlformats.org/drawingml/2006/main">
              <a:ext uri="{FF2B5EF4-FFF2-40B4-BE49-F238E27FC236}">
                <a16:creationId xmlns:a16="http://schemas.microsoft.com/office/drawing/2014/main" id="{BC09EF16-9F7A-47D2-82BC-7497879C00E2}"/>
              </a:ext>
            </a:extLst>
          </p:cNvPr>
          <p:cNvSpPr>
            <a:spLocks xmlns:a="http://schemas.openxmlformats.org/drawingml/2006/main" noGrp="1"/>
          </p:cNvSpPr>
          <p:nvPr/>
        </p:nvSpPr>
        <p:spPr>
          <a:xfrm xmlns:a="http://schemas.openxmlformats.org/drawingml/2006/main">
            <a:off x="3829050" y="28194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Контакты открываются пригласившей компании и её разрешённым пользователям. Сервер фиксирует согласие.</a:t>
            </a:r>
          </a:p>
        </p:txBody>
      </p:sp>
      <p:sp>
        <p:nvSpPr>
          <p:cNvPr id="20" name="content-12-5">
            <a:extLst xmlns:a="http://schemas.openxmlformats.org/drawingml/2006/main">
              <a:ext uri="{FF2B5EF4-FFF2-40B4-BE49-F238E27FC236}">
                <a16:creationId xmlns:a16="http://schemas.microsoft.com/office/drawing/2014/main" id="{7318538C-C32A-485B-91A1-1B93EC87E814}"/>
              </a:ext>
            </a:extLst>
          </p:cNvPr>
          <p:cNvSpPr>
            <a:spLocks xmlns:a="http://schemas.openxmlformats.org/drawingml/2006/main" noGrp="1"/>
          </p:cNvSpPr>
          <p:nvPr/>
        </p:nvSpPr>
        <p:spPr>
          <a:xfrm xmlns:a="http://schemas.openxmlformats.org/drawingml/2006/main">
            <a:off x="619125" y="39243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Журнал решений</a:t>
            </a:r>
          </a:p>
        </p:txBody>
      </p:sp>
      <p:sp>
        <p:nvSpPr>
          <p:cNvPr id="21" name="content-12-6">
            <a:extLst xmlns:a="http://schemas.openxmlformats.org/drawingml/2006/main">
              <a:ext uri="{FF2B5EF4-FFF2-40B4-BE49-F238E27FC236}">
                <a16:creationId xmlns:a16="http://schemas.microsoft.com/office/drawing/2014/main" id="{4CB304A6-FC68-4E3B-AB8A-739108FB1231}"/>
              </a:ext>
            </a:extLst>
          </p:cNvPr>
          <p:cNvSpPr>
            <a:spLocks xmlns:a="http://schemas.openxmlformats.org/drawingml/2006/main" noGrp="1"/>
          </p:cNvSpPr>
          <p:nvPr/>
        </p:nvSpPr>
        <p:spPr>
          <a:xfrm xmlns:a="http://schemas.openxmlformats.org/drawingml/2006/main">
            <a:off x="3829050" y="39243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Отправлено, просмотрено, принято или отклонено. Причина отказа видна адресату, если пользователь её указал.</a:t>
            </a:r>
          </a:p>
        </p:txBody>
      </p:sp>
      <p:sp>
        <p:nvSpPr>
          <p:cNvPr id="22" name="content-12-7">
            <a:extLst xmlns:a="http://schemas.openxmlformats.org/drawingml/2006/main">
              <a:ext uri="{FF2B5EF4-FFF2-40B4-BE49-F238E27FC236}">
                <a16:creationId xmlns:a16="http://schemas.microsoft.com/office/drawing/2014/main" id="{8DD915E7-6FFA-4C11-AD96-AF8DBB8FE18D}"/>
              </a:ext>
            </a:extLst>
          </p:cNvPr>
          <p:cNvSpPr>
            <a:spLocks xmlns:a="http://schemas.openxmlformats.org/drawingml/2006/main" noGrp="1"/>
          </p:cNvSpPr>
          <p:nvPr/>
        </p:nvSpPr>
        <p:spPr>
          <a:xfrm xmlns:a="http://schemas.openxmlformats.org/drawingml/2006/main">
            <a:off x="619125" y="50292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Граница MVP</a:t>
            </a:r>
          </a:p>
        </p:txBody>
      </p:sp>
      <p:sp>
        <p:nvSpPr>
          <p:cNvPr id="23" name="content-12-8">
            <a:extLst xmlns:a="http://schemas.openxmlformats.org/drawingml/2006/main">
              <a:ext uri="{FF2B5EF4-FFF2-40B4-BE49-F238E27FC236}">
                <a16:creationId xmlns:a16="http://schemas.microsoft.com/office/drawing/2014/main" id="{FCCA16F8-C989-4429-B338-F43A49767EF3}"/>
              </a:ext>
            </a:extLst>
          </p:cNvPr>
          <p:cNvSpPr>
            <a:spLocks xmlns:a="http://schemas.openxmlformats.org/drawingml/2006/main" noGrp="1"/>
          </p:cNvSpPr>
          <p:nvPr/>
        </p:nvSpPr>
        <p:spPr>
          <a:xfrm xmlns:a="http://schemas.openxmlformats.org/drawingml/2006/main">
            <a:off x="3829050" y="50292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Демо FSP ID имеет явную пометку. Свободный текст и файлы проверяем на раскрытие личности. Отзыв доступа относится к развитию.</a:t>
            </a:r>
          </a:p>
        </p:txBody>
      </p:sp>
      <p:sp>
        <p:nvSpPr>
          <p:cNvPr id="24" name="slide-number">
            <a:extLst xmlns:a="http://schemas.openxmlformats.org/drawingml/2006/main">
              <a:ext uri="{FF2B5EF4-FFF2-40B4-BE49-F238E27FC236}">
                <a16:creationId xmlns:a16="http://schemas.microsoft.com/office/drawing/2014/main" id="{801B59F1-61F2-4752-A149-F3EC3C80876A}"/>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12</a:t>
            </a:r>
          </a:p>
        </p:txBody>
      </p:sp>
    </p:spTree>
    <p:extLst>
      <p:ext uri="{BB962C8B-B14F-4D97-AF65-F5344CB8AC3E}">
        <p14:creationId xmlns:p14="http://schemas.microsoft.com/office/powerpoint/2010/main" val="3679793639"/>
      </p:ext>
    </p:extLst>
  </p:cSld>
</p:sld>
</file>

<file path=ppt/slides/slide13.xml><?xml version="1.0" encoding="utf-8"?>
<p:sld xmlns:p="http://schemas.openxmlformats.org/presentationml/2006/main">
  <p:cSld>
    <p:bg>
      <p:bgPr>
        <a:blipFill xmlns:a="http://schemas.openxmlformats.org/drawingml/2006/main" rotWithShape="1">
          <a:blip xmlns:r="http://schemas.openxmlformats.org/officeDocument/2006/relationships" r:embed="R10c35bd673734405">
            <a:lum/>
          </a:blip>
          <a:srcRect l="0" t="0" r="0" b="0"/>
          <a:stretch>
            <a:fillRect l="0" t="0" r="0" b="0"/>
          </a:stretch>
        </a:blipFill>
      </p:bgPr>
    </p:bg>
    <p:spTree>
      <p:nvGrpSpPr>
        <p:cNvPr id="1" name=""/>
        <p:cNvGrpSpPr/>
        <p:nvPr/>
      </p:nvGrpSpPr>
      <p:grpSpPr>
        <a:xfrm xmlns:a="http://schemas.openxmlformats.org/drawingml/2006/main"/>
      </p:grpSpPr>
      <p:sp>
        <p:nvSpPr>
          <p:cNvPr id="23" name="Скругленный прямоугольник 22">
            <a:extLst xmlns:a="http://schemas.openxmlformats.org/drawingml/2006/main">
              <a:ext uri="{FF2B5EF4-FFF2-40B4-BE49-F238E27FC236}">
                <a16:creationId xmlns:a16="http://schemas.microsoft.com/office/drawing/2014/main" id="{7922FF53-ACE2-23D9-1F2E-C3CB2E860DAF}"/>
              </a:ext>
            </a:extLst>
          </p:cNvPr>
          <p:cNvSpPr>
            <a:spLocks xmlns:a="http://schemas.openxmlformats.org/drawingml/2006/main" noGrp="1"/>
          </p:cNvSpPr>
          <p:nvPr/>
        </p:nvSpPr>
        <p:spPr>
          <a:xfrm xmlns:a="http://schemas.openxmlformats.org/drawingml/2006/main">
            <a:off x="346075" y="324562"/>
            <a:ext cx="6286500" cy="620919"/>
          </a:xfrm>
          <a:prstGeom xmlns:a="http://schemas.openxmlformats.org/drawingml/2006/main" prst="roundRect">
            <a:avLst>
              <a:gd name="adj" fmla="val 18706"/>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24" name="primary-heading">
            <a:extLst xmlns:a="http://schemas.openxmlformats.org/drawingml/2006/main">
              <a:ext uri="{FF2B5EF4-FFF2-40B4-BE49-F238E27FC236}">
                <a16:creationId xmlns:a16="http://schemas.microsoft.com/office/drawing/2014/main" id="{6D9D9E5D-1C98-4E77-88B7-BB9B1EC0B3C3}"/>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FFFFFF"/>
                </a:solidFill>
                <a:latin typeface="Montserrat"/>
                <a:ea typeface="Montserrat"/>
                <a:cs typeface="Montserrat"/>
              </a:defRPr>
            </a:defPPr>
          </a:lstStyle>
          <a:p xmlns:a="http://schemas.openxmlformats.org/drawingml/2006/main">
            <a:pPr algn="l">
              <a:lnSpc>
                <a:spcPct val="120000"/>
              </a:lnSpc>
              <a:buNone/>
              <a:defRPr sz="1997" b="1">
                <a:solidFill>
                  <a:srgbClr val="FFFFFF"/>
                </a:solidFill>
                <a:latin typeface="Montserrat"/>
                <a:ea typeface="Montserrat"/>
                <a:cs typeface="Montserrat"/>
              </a:defRPr>
            </a:pPr>
            <a:r>
              <a:rPr sz="1997" b="1">
                <a:solidFill>
                  <a:srgbClr val="FFFFFF"/>
                </a:solidFill>
                <a:latin typeface="Montserrat"/>
                <a:ea typeface="Montserrat"/>
                <a:cs typeface="Montserrat"/>
              </a:rPr>
              <a:t>АРХИТЕКТУРА MVP</a:t>
            </a:r>
          </a:p>
        </p:txBody>
      </p:sp>
      <p:sp>
        <p:nvSpPr>
          <p:cNvPr id="25" name="content-13-1">
            <a:extLst xmlns:a="http://schemas.openxmlformats.org/drawingml/2006/main">
              <a:ext uri="{FF2B5EF4-FFF2-40B4-BE49-F238E27FC236}">
                <a16:creationId xmlns:a16="http://schemas.microsoft.com/office/drawing/2014/main" id="{4ECA0DA2-3D97-4A68-81B3-F33CD930952C}"/>
              </a:ext>
            </a:extLst>
          </p:cNvPr>
          <p:cNvSpPr>
            <a:spLocks xmlns:a="http://schemas.openxmlformats.org/drawingml/2006/main" noGrp="1"/>
          </p:cNvSpPr>
          <p:nvPr/>
        </p:nvSpPr>
        <p:spPr>
          <a:xfrm xmlns:a="http://schemas.openxmlformats.org/drawingml/2006/main">
            <a:off x="619125" y="14001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20978"/>
                </a:solidFill>
                <a:latin typeface="Montserrat"/>
                <a:ea typeface="Montserrat"/>
                <a:cs typeface="Montserrat"/>
              </a:defRPr>
            </a:defPPr>
          </a:lstStyle>
          <a:p xmlns:a="http://schemas.openxmlformats.org/drawingml/2006/main">
            <a:pPr algn="l">
              <a:lnSpc>
                <a:spcPct val="120000"/>
              </a:lnSpc>
              <a:buNone/>
              <a:defRPr sz="1875" b="1">
                <a:solidFill>
                  <a:srgbClr val="520978"/>
                </a:solidFill>
                <a:latin typeface="Montserrat"/>
                <a:ea typeface="Montserrat"/>
                <a:cs typeface="Montserrat"/>
              </a:defRPr>
            </a:pPr>
            <a:r>
              <a:rPr sz="1875" b="1">
                <a:solidFill>
                  <a:srgbClr val="520978"/>
                </a:solidFill>
                <a:latin typeface="Montserrat"/>
                <a:ea typeface="Montserrat"/>
                <a:cs typeface="Montserrat"/>
              </a:rPr>
              <a:t>Предлагаемый стек: React, FastAPI, PostgreSQL, Docker Compose</a:t>
            </a:r>
          </a:p>
        </p:txBody>
      </p:sp>
      <p:sp>
        <p:nvSpPr>
          <p:cNvPr id="26" name="content-13-2">
            <a:extLst xmlns:a="http://schemas.openxmlformats.org/drawingml/2006/main">
              <a:ext uri="{FF2B5EF4-FFF2-40B4-BE49-F238E27FC236}">
                <a16:creationId xmlns:a16="http://schemas.microsoft.com/office/drawing/2014/main" id="{ADAD9B19-5A3A-4BAF-8045-40564923E5CB}"/>
              </a:ext>
            </a:extLst>
          </p:cNvPr>
          <p:cNvSpPr>
            <a:spLocks xmlns:a="http://schemas.openxmlformats.org/drawingml/2006/main" noGrp="1"/>
          </p:cNvSpPr>
          <p:nvPr/>
        </p:nvSpPr>
        <p:spPr>
          <a:xfrm xmlns:a="http://schemas.openxmlformats.org/drawingml/2006/main">
            <a:off x="619125" y="2152650"/>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Веб-интерфейс и API</a:t>
            </a:r>
          </a:p>
        </p:txBody>
      </p:sp>
      <p:sp>
        <p:nvSpPr>
          <p:cNvPr id="27" name="content-13-3">
            <a:extLst xmlns:a="http://schemas.openxmlformats.org/drawingml/2006/main">
              <a:ext uri="{FF2B5EF4-FFF2-40B4-BE49-F238E27FC236}">
                <a16:creationId xmlns:a16="http://schemas.microsoft.com/office/drawing/2014/main" id="{0E2BCE0E-3916-4505-8EF7-F714ED15E627}"/>
              </a:ext>
            </a:extLst>
          </p:cNvPr>
          <p:cNvSpPr>
            <a:spLocks xmlns:a="http://schemas.openxmlformats.org/drawingml/2006/main" noGrp="1"/>
          </p:cNvSpPr>
          <p:nvPr/>
        </p:nvSpPr>
        <p:spPr>
          <a:xfrm xmlns:a="http://schemas.openxmlformats.org/drawingml/2006/main">
            <a:off x="4762500" y="2152650"/>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Два кабинета. API связывает матрицу, тесты, профили, требования вакансий и приглашения.</a:t>
            </a:r>
          </a:p>
        </p:txBody>
      </p:sp>
      <p:sp>
        <p:nvSpPr>
          <p:cNvPr id="28" name="content-13-4">
            <a:extLst xmlns:a="http://schemas.openxmlformats.org/drawingml/2006/main">
              <a:ext uri="{FF2B5EF4-FFF2-40B4-BE49-F238E27FC236}">
                <a16:creationId xmlns:a16="http://schemas.microsoft.com/office/drawing/2014/main" id="{B277AA82-F1FA-4350-9047-D8EBCA1E8963}"/>
              </a:ext>
            </a:extLst>
          </p:cNvPr>
          <p:cNvSpPr>
            <a:spLocks xmlns:a="http://schemas.openxmlformats.org/drawingml/2006/main" noGrp="1"/>
          </p:cNvSpPr>
          <p:nvPr/>
        </p:nvSpPr>
        <p:spPr>
          <a:xfrm xmlns:a="http://schemas.openxmlformats.org/drawingml/2006/main">
            <a:off x="619125" y="3343275"/>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Данные и правила</a:t>
            </a:r>
          </a:p>
        </p:txBody>
      </p:sp>
      <p:sp>
        <p:nvSpPr>
          <p:cNvPr id="29" name="content-13-5">
            <a:extLst xmlns:a="http://schemas.openxmlformats.org/drawingml/2006/main">
              <a:ext uri="{FF2B5EF4-FFF2-40B4-BE49-F238E27FC236}">
                <a16:creationId xmlns:a16="http://schemas.microsoft.com/office/drawing/2014/main" id="{B891BB01-6721-402F-B013-2A876AC0191F}"/>
              </a:ext>
            </a:extLst>
          </p:cNvPr>
          <p:cNvSpPr>
            <a:spLocks xmlns:a="http://schemas.openxmlformats.org/drawingml/2006/main" noGrp="1"/>
          </p:cNvSpPr>
          <p:nvPr/>
        </p:nvSpPr>
        <p:spPr>
          <a:xfrm xmlns:a="http://schemas.openxmlformats.org/drawingml/2006/main">
            <a:off x="4762500" y="3343275"/>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Хранилище фиксирует версии матрицы, оценок и событий. Сервер проверяет роль, адресата и согласие перед выдачей контактов.</a:t>
            </a:r>
          </a:p>
        </p:txBody>
      </p:sp>
      <p:sp>
        <p:nvSpPr>
          <p:cNvPr id="30" name="content-13-6">
            <a:extLst xmlns:a="http://schemas.openxmlformats.org/drawingml/2006/main">
              <a:ext uri="{FF2B5EF4-FFF2-40B4-BE49-F238E27FC236}">
                <a16:creationId xmlns:a16="http://schemas.microsoft.com/office/drawing/2014/main" id="{11CCC513-95D7-4226-ADA2-CD49B8EFC03A}"/>
              </a:ext>
            </a:extLst>
          </p:cNvPr>
          <p:cNvSpPr>
            <a:spLocks xmlns:a="http://schemas.openxmlformats.org/drawingml/2006/main" noGrp="1"/>
          </p:cNvSpPr>
          <p:nvPr/>
        </p:nvSpPr>
        <p:spPr>
          <a:xfrm xmlns:a="http://schemas.openxmlformats.org/drawingml/2006/main">
            <a:off x="619125" y="4533900"/>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Адаптер ФСП</a:t>
            </a:r>
          </a:p>
        </p:txBody>
      </p:sp>
      <p:sp>
        <p:nvSpPr>
          <p:cNvPr id="31" name="content-13-7">
            <a:extLst xmlns:a="http://schemas.openxmlformats.org/drawingml/2006/main">
              <a:ext uri="{FF2B5EF4-FFF2-40B4-BE49-F238E27FC236}">
                <a16:creationId xmlns:a16="http://schemas.microsoft.com/office/drawing/2014/main" id="{E5E48C9B-533B-4503-95D3-46FD2D654268}"/>
              </a:ext>
            </a:extLst>
          </p:cNvPr>
          <p:cNvSpPr>
            <a:spLocks xmlns:a="http://schemas.openxmlformats.org/drawingml/2006/main" noGrp="1"/>
          </p:cNvSpPr>
          <p:nvPr/>
        </p:nvSpPr>
        <p:spPr>
          <a:xfrm xmlns:a="http://schemas.openxmlformats.org/drawingml/2006/main">
            <a:off x="4762500" y="4533900"/>
            <a:ext cx="666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Единый контракт для демоисточника и будущей интеграции. Совместимость с OIDC/Keycloak после согласования доступа.</a:t>
            </a:r>
          </a:p>
        </p:txBody>
      </p:sp>
      <p:sp>
        <p:nvSpPr>
          <p:cNvPr id="32" name="content-13-8">
            <a:extLst xmlns:a="http://schemas.openxmlformats.org/drawingml/2006/main">
              <a:ext uri="{FF2B5EF4-FFF2-40B4-BE49-F238E27FC236}">
                <a16:creationId xmlns:a16="http://schemas.microsoft.com/office/drawing/2014/main" id="{7E764F0D-94B7-4002-8036-09909134C63B}"/>
              </a:ext>
            </a:extLst>
          </p:cNvPr>
          <p:cNvSpPr>
            <a:spLocks xmlns:a="http://schemas.openxmlformats.org/drawingml/2006/main" noGrp="1"/>
          </p:cNvSpPr>
          <p:nvPr/>
        </p:nvSpPr>
        <p:spPr>
          <a:xfrm xmlns:a="http://schemas.openxmlformats.org/drawingml/2006/main">
            <a:off x="619125" y="561975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0978"/>
                </a:solidFill>
                <a:latin typeface="Montserrat"/>
                <a:ea typeface="Montserrat"/>
                <a:cs typeface="Montserrat"/>
              </a:defRPr>
            </a:defPPr>
          </a:lstStyle>
          <a:p xmlns:a="http://schemas.openxmlformats.org/drawingml/2006/main">
            <a:pPr algn="l">
              <a:lnSpc>
                <a:spcPct val="120000"/>
              </a:lnSpc>
              <a:buNone/>
              <a:defRPr sz="1600" b="0">
                <a:solidFill>
                  <a:srgbClr val="520978"/>
                </a:solidFill>
                <a:latin typeface="Montserrat"/>
                <a:ea typeface="Montserrat"/>
                <a:cs typeface="Montserrat"/>
              </a:defRPr>
            </a:pPr>
            <a:r>
              <a:rPr sz="1500" b="0">
                <a:solidFill>
                  <a:srgbClr val="520978"/>
                </a:solidFill>
                <a:latin typeface="Montserrat"/>
                <a:ea typeface="Montserrat"/>
                <a:cs typeface="Montserrat"/>
              </a:rPr>
              <a:t>Грейд вычисляет рубрика теста. Для базового сценария GPU не нужен.</a:t>
            </a:r>
          </a:p>
        </p:txBody>
      </p:sp>
      <p:sp>
        <p:nvSpPr>
          <p:cNvPr id="33" name="slide-number">
            <a:extLst xmlns:a="http://schemas.openxmlformats.org/drawingml/2006/main">
              <a:ext uri="{FF2B5EF4-FFF2-40B4-BE49-F238E27FC236}">
                <a16:creationId xmlns:a16="http://schemas.microsoft.com/office/drawing/2014/main" id="{58AF9BE3-7E8C-4BA7-8CCC-FEDD5999E8B3}"/>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13</a:t>
            </a:r>
          </a:p>
        </p:txBody>
      </p:sp>
      <p:sp>
        <p:nvSpPr>
          <p:cNvPr id="34" name="video-link-1">
            <a:extLst xmlns:a="http://schemas.openxmlformats.org/drawingml/2006/main">
              <a:ext uri="{FF2B5EF4-FFF2-40B4-BE49-F238E27FC236}">
                <a16:creationId xmlns:a16="http://schemas.microsoft.com/office/drawing/2014/main" id="{15EC657D-23D4-4F4E-A0A3-42233AC9186E}"/>
              </a:ext>
            </a:extLst>
          </p:cNvPr>
          <p:cNvSpPr>
            <a:spLocks xmlns:a="http://schemas.openxmlformats.org/drawingml/2006/main" noGrp="1"/>
          </p:cNvSpPr>
          <p:nvPr/>
        </p:nvSpPr>
        <p:spPr>
          <a:xfrm xmlns:a="http://schemas.openxmlformats.org/drawingml/2006/main">
            <a:off x="619125" y="592455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u="sng">
                <a:solidFill>
                  <a:srgbClr val="520978"/>
                </a:solidFill>
                <a:latin typeface="Montserrat"/>
                <a:ea typeface="Montserrat"/>
                <a:cs typeface="Montserrat"/>
              </a:defRPr>
            </a:defPPr>
          </a:lstStyle>
          <a:p xmlns:a="http://schemas.openxmlformats.org/drawingml/2006/main">
            <a:pPr>
              <a:defRPr sz="1500" u="sng">
                <a:solidFill>
                  <a:srgbClr val="520978"/>
                </a:solidFill>
                <a:latin typeface="Montserrat"/>
                <a:ea typeface="Montserrat"/>
                <a:cs typeface="Montserrat"/>
              </a:defRPr>
            </a:pPr>
            <a:r>
              <a:rPr sz="1500" u="sng">
                <a:solidFill>
                  <a:srgbClr val="520978"/>
                </a:solidFill>
                <a:latin typeface="Montserrat"/>
                <a:ea typeface="Montserrat"/>
                <a:cs typeface="Montserrat"/>
                <a:hlinkClick xmlns:r="http://schemas.openxmlformats.org/officeDocument/2006/relationships" r:id="R511711253c884436"/>
              </a:rPr>
              <a:t>1. Профиль</a:t>
            </a:r>
          </a:p>
        </p:txBody>
      </p:sp>
      <p:sp>
        <p:nvSpPr>
          <p:cNvPr id="35" name="video-link-2">
            <a:extLst xmlns:a="http://schemas.openxmlformats.org/drawingml/2006/main">
              <a:ext uri="{FF2B5EF4-FFF2-40B4-BE49-F238E27FC236}">
                <a16:creationId xmlns:a16="http://schemas.microsoft.com/office/drawing/2014/main" id="{03C356AE-C469-42CF-BA9D-3ED8C8BE02FD}"/>
              </a:ext>
            </a:extLst>
          </p:cNvPr>
          <p:cNvSpPr>
            <a:spLocks xmlns:a="http://schemas.openxmlformats.org/drawingml/2006/main" noGrp="1"/>
          </p:cNvSpPr>
          <p:nvPr/>
        </p:nvSpPr>
        <p:spPr>
          <a:xfrm xmlns:a="http://schemas.openxmlformats.org/drawingml/2006/main">
            <a:off x="4238625" y="592455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u="sng">
                <a:solidFill>
                  <a:srgbClr val="520978"/>
                </a:solidFill>
                <a:latin typeface="Montserrat"/>
                <a:ea typeface="Montserrat"/>
                <a:cs typeface="Montserrat"/>
              </a:defRPr>
            </a:defPPr>
          </a:lstStyle>
          <a:p xmlns:a="http://schemas.openxmlformats.org/drawingml/2006/main">
            <a:pPr>
              <a:defRPr sz="1500" u="sng">
                <a:solidFill>
                  <a:srgbClr val="520978"/>
                </a:solidFill>
                <a:latin typeface="Montserrat"/>
                <a:ea typeface="Montserrat"/>
                <a:cs typeface="Montserrat"/>
              </a:defRPr>
            </a:pPr>
            <a:r>
              <a:rPr sz="1500" u="sng">
                <a:solidFill>
                  <a:srgbClr val="520978"/>
                </a:solidFill>
                <a:latin typeface="Montserrat"/>
                <a:ea typeface="Montserrat"/>
                <a:cs typeface="Montserrat"/>
                <a:hlinkClick xmlns:r="http://schemas.openxmlformats.org/officeDocument/2006/relationships" r:id="R187dfd0bf46343e2"/>
              </a:rPr>
              <a:t>2. Материалы</a:t>
            </a:r>
          </a:p>
        </p:txBody>
      </p:sp>
      <p:sp>
        <p:nvSpPr>
          <p:cNvPr id="36" name="video-link-3">
            <a:extLst xmlns:a="http://schemas.openxmlformats.org/drawingml/2006/main">
              <a:ext uri="{FF2B5EF4-FFF2-40B4-BE49-F238E27FC236}">
                <a16:creationId xmlns:a16="http://schemas.microsoft.com/office/drawing/2014/main" id="{64C5F31C-F0E3-432A-B07E-A416B7B1EFE1}"/>
              </a:ext>
            </a:extLst>
          </p:cNvPr>
          <p:cNvSpPr>
            <a:spLocks xmlns:a="http://schemas.openxmlformats.org/drawingml/2006/main" noGrp="1"/>
          </p:cNvSpPr>
          <p:nvPr/>
        </p:nvSpPr>
        <p:spPr>
          <a:xfrm xmlns:a="http://schemas.openxmlformats.org/drawingml/2006/main">
            <a:off x="7858125" y="592455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u="sng">
                <a:solidFill>
                  <a:srgbClr val="520978"/>
                </a:solidFill>
                <a:latin typeface="Montserrat"/>
                <a:ea typeface="Montserrat"/>
                <a:cs typeface="Montserrat"/>
              </a:defRPr>
            </a:defPPr>
          </a:lstStyle>
          <a:p xmlns:a="http://schemas.openxmlformats.org/drawingml/2006/main">
            <a:pPr>
              <a:defRPr sz="1500" u="sng">
                <a:solidFill>
                  <a:srgbClr val="520978"/>
                </a:solidFill>
                <a:latin typeface="Montserrat"/>
                <a:ea typeface="Montserrat"/>
                <a:cs typeface="Montserrat"/>
              </a:defRPr>
            </a:pPr>
            <a:r>
              <a:rPr sz="1500" u="sng">
                <a:solidFill>
                  <a:srgbClr val="520978"/>
                </a:solidFill>
                <a:latin typeface="Montserrat"/>
                <a:ea typeface="Montserrat"/>
                <a:cs typeface="Montserrat"/>
                <a:hlinkClick xmlns:r="http://schemas.openxmlformats.org/officeDocument/2006/relationships" r:id="R6e62649a11544a1c"/>
              </a:rPr>
              <a:t>3. Проверка навыков</a:t>
            </a:r>
          </a:p>
        </p:txBody>
      </p:sp>
      <p:sp>
        <p:nvSpPr>
          <p:cNvPr id="37" name="video-link-4">
            <a:extLst xmlns:a="http://schemas.openxmlformats.org/drawingml/2006/main">
              <a:ext uri="{FF2B5EF4-FFF2-40B4-BE49-F238E27FC236}">
                <a16:creationId xmlns:a16="http://schemas.microsoft.com/office/drawing/2014/main" id="{277C2AB5-DE79-4C1B-8902-9FE484F459DE}"/>
              </a:ext>
            </a:extLst>
          </p:cNvPr>
          <p:cNvSpPr>
            <a:spLocks xmlns:a="http://schemas.openxmlformats.org/drawingml/2006/main" noGrp="1"/>
          </p:cNvSpPr>
          <p:nvPr/>
        </p:nvSpPr>
        <p:spPr>
          <a:xfrm xmlns:a="http://schemas.openxmlformats.org/drawingml/2006/main">
            <a:off x="619125" y="623887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u="sng">
                <a:solidFill>
                  <a:srgbClr val="520978"/>
                </a:solidFill>
                <a:latin typeface="Montserrat"/>
                <a:ea typeface="Montserrat"/>
                <a:cs typeface="Montserrat"/>
              </a:defRPr>
            </a:defPPr>
          </a:lstStyle>
          <a:p xmlns:a="http://schemas.openxmlformats.org/drawingml/2006/main">
            <a:pPr>
              <a:defRPr sz="1500" u="sng">
                <a:solidFill>
                  <a:srgbClr val="520978"/>
                </a:solidFill>
                <a:latin typeface="Montserrat"/>
                <a:ea typeface="Montserrat"/>
                <a:cs typeface="Montserrat"/>
              </a:defRPr>
            </a:pPr>
            <a:r>
              <a:rPr sz="1500" u="sng">
                <a:solidFill>
                  <a:srgbClr val="520978"/>
                </a:solidFill>
                <a:latin typeface="Montserrat"/>
                <a:ea typeface="Montserrat"/>
                <a:cs typeface="Montserrat"/>
                <a:hlinkClick xmlns:r="http://schemas.openxmlformats.org/officeDocument/2006/relationships" r:id="Red00d2243b444f80"/>
              </a:rPr>
              <a:t>4. Подбор кандидатов</a:t>
            </a:r>
          </a:p>
        </p:txBody>
      </p:sp>
      <p:sp>
        <p:nvSpPr>
          <p:cNvPr id="38" name="video-link-5">
            <a:extLst xmlns:a="http://schemas.openxmlformats.org/drawingml/2006/main">
              <a:ext uri="{FF2B5EF4-FFF2-40B4-BE49-F238E27FC236}">
                <a16:creationId xmlns:a16="http://schemas.microsoft.com/office/drawing/2014/main" id="{D8FB2939-4E47-4B7A-85FD-4A957E21B66B}"/>
              </a:ext>
            </a:extLst>
          </p:cNvPr>
          <p:cNvSpPr>
            <a:spLocks xmlns:a="http://schemas.openxmlformats.org/drawingml/2006/main" noGrp="1"/>
          </p:cNvSpPr>
          <p:nvPr/>
        </p:nvSpPr>
        <p:spPr>
          <a:xfrm xmlns:a="http://schemas.openxmlformats.org/drawingml/2006/main">
            <a:off x="4238625" y="623887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u="sng">
                <a:solidFill>
                  <a:srgbClr val="520978"/>
                </a:solidFill>
                <a:latin typeface="Montserrat"/>
                <a:ea typeface="Montserrat"/>
                <a:cs typeface="Montserrat"/>
              </a:defRPr>
            </a:defPPr>
          </a:lstStyle>
          <a:p xmlns:a="http://schemas.openxmlformats.org/drawingml/2006/main">
            <a:pPr>
              <a:defRPr sz="1500" u="sng">
                <a:solidFill>
                  <a:srgbClr val="520978"/>
                </a:solidFill>
                <a:latin typeface="Montserrat"/>
                <a:ea typeface="Montserrat"/>
                <a:cs typeface="Montserrat"/>
              </a:defRPr>
            </a:pPr>
            <a:r>
              <a:rPr sz="1500" u="sng">
                <a:solidFill>
                  <a:srgbClr val="520978"/>
                </a:solidFill>
                <a:latin typeface="Montserrat"/>
                <a:ea typeface="Montserrat"/>
                <a:cs typeface="Montserrat"/>
                <a:hlinkClick xmlns:r="http://schemas.openxmlformats.org/officeDocument/2006/relationships" r:id="Rc8d2ba4826db488e"/>
              </a:rPr>
              <a:t>5. Достижения</a:t>
            </a:r>
          </a:p>
        </p:txBody>
      </p:sp>
      <p:sp>
        <p:nvSpPr>
          <p:cNvPr id="39" name="video-link-6">
            <a:extLst xmlns:a="http://schemas.openxmlformats.org/drawingml/2006/main">
              <a:ext uri="{FF2B5EF4-FFF2-40B4-BE49-F238E27FC236}">
                <a16:creationId xmlns:a16="http://schemas.microsoft.com/office/drawing/2014/main" id="{AA457844-6FAE-4F37-8241-1C2994926084}"/>
              </a:ext>
            </a:extLst>
          </p:cNvPr>
          <p:cNvSpPr>
            <a:spLocks xmlns:a="http://schemas.openxmlformats.org/drawingml/2006/main" noGrp="1"/>
          </p:cNvSpPr>
          <p:nvPr/>
        </p:nvSpPr>
        <p:spPr>
          <a:xfrm xmlns:a="http://schemas.openxmlformats.org/drawingml/2006/main">
            <a:off x="7858125" y="623887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u="sng">
                <a:solidFill>
                  <a:srgbClr val="520978"/>
                </a:solidFill>
                <a:latin typeface="Montserrat"/>
                <a:ea typeface="Montserrat"/>
                <a:cs typeface="Montserrat"/>
              </a:defRPr>
            </a:defPPr>
          </a:lstStyle>
          <a:p xmlns:a="http://schemas.openxmlformats.org/drawingml/2006/main">
            <a:pPr>
              <a:defRPr sz="1500" u="sng">
                <a:solidFill>
                  <a:srgbClr val="520978"/>
                </a:solidFill>
                <a:latin typeface="Montserrat"/>
                <a:ea typeface="Montserrat"/>
                <a:cs typeface="Montserrat"/>
              </a:defRPr>
            </a:pPr>
            <a:r>
              <a:rPr sz="1500" u="sng">
                <a:solidFill>
                  <a:srgbClr val="520978"/>
                </a:solidFill>
                <a:latin typeface="Montserrat"/>
                <a:ea typeface="Montserrat"/>
                <a:cs typeface="Montserrat"/>
                <a:hlinkClick xmlns:r="http://schemas.openxmlformats.org/officeDocument/2006/relationships" r:id="R063c9aeafdd744b9"/>
              </a:rPr>
              <a:t>6. Прототип (1:10)</a:t>
            </a:r>
          </a:p>
        </p:txBody>
      </p:sp>
    </p:spTree>
    <p:extLst>
      <p:ext uri="{BB962C8B-B14F-4D97-AF65-F5344CB8AC3E}">
        <p14:creationId xmlns:p14="http://schemas.microsoft.com/office/powerpoint/2010/main" val="1750984224"/>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b07b80fdb2c042a4">
            <a:lum/>
          </a:blip>
          <a:srcRect l="0" t="0" r="0" b="0"/>
          <a:stretch>
            <a:fillRect l="0" t="0" r="0" b="0"/>
          </a:stretch>
        </a:blipFill>
      </p:bgPr>
    </p:bg>
    <p:spTree>
      <p:nvGrpSpPr>
        <p:cNvPr id="1" name=""/>
        <p:cNvGrpSpPr/>
        <p:nvPr/>
      </p:nvGrpSpPr>
      <p:grpSpPr>
        <a:xfrm xmlns:a="http://schemas.openxmlformats.org/drawingml/2006/main"/>
      </p:grpSpPr>
      <p:sp>
        <p:nvSpPr>
          <p:cNvPr id="8" name="Скругленный прямоугольник 7">
            <a:extLst xmlns:a="http://schemas.openxmlformats.org/drawingml/2006/main">
              <a:ext uri="{FF2B5EF4-FFF2-40B4-BE49-F238E27FC236}">
                <a16:creationId xmlns:a16="http://schemas.microsoft.com/office/drawing/2014/main" id="{8587F3BD-E802-93BD-3D32-FDF202FEA64D}"/>
              </a:ext>
            </a:extLst>
          </p:cNvPr>
          <p:cNvSpPr>
            <a:spLocks xmlns:a="http://schemas.openxmlformats.org/drawingml/2006/main" noGrp="1"/>
          </p:cNvSpPr>
          <p:nvPr/>
        </p:nvSpPr>
        <p:spPr>
          <a:xfrm xmlns:a="http://schemas.openxmlformats.org/drawingml/2006/main">
            <a:off x="4419477" y="1522006"/>
            <a:ext cx="3399397"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9" name="Скругленный прямоугольник 8">
            <a:extLst xmlns:a="http://schemas.openxmlformats.org/drawingml/2006/main">
              <a:ext uri="{FF2B5EF4-FFF2-40B4-BE49-F238E27FC236}">
                <a16:creationId xmlns:a16="http://schemas.microsoft.com/office/drawing/2014/main" id="{B6016C66-2F45-3093-7675-966377141ADD}"/>
              </a:ext>
            </a:extLst>
          </p:cNvPr>
          <p:cNvSpPr>
            <a:spLocks xmlns:a="http://schemas.openxmlformats.org/drawingml/2006/main" noGrp="1"/>
          </p:cNvSpPr>
          <p:nvPr/>
        </p:nvSpPr>
        <p:spPr>
          <a:xfrm xmlns:a="http://schemas.openxmlformats.org/drawingml/2006/main">
            <a:off x="8365958" y="1522006"/>
            <a:ext cx="3248506"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0" name="Скругленный прямоугольник 9">
            <a:extLst xmlns:a="http://schemas.openxmlformats.org/drawingml/2006/main">
              <a:ext uri="{FF2B5EF4-FFF2-40B4-BE49-F238E27FC236}">
                <a16:creationId xmlns:a16="http://schemas.microsoft.com/office/drawing/2014/main" id="{9A68CA47-326C-A498-C456-623193EF0FFA}"/>
              </a:ext>
            </a:extLst>
          </p:cNvPr>
          <p:cNvSpPr>
            <a:spLocks xmlns:a="http://schemas.openxmlformats.org/drawingml/2006/main" noGrp="1"/>
          </p:cNvSpPr>
          <p:nvPr/>
        </p:nvSpPr>
        <p:spPr>
          <a:xfrm xmlns:a="http://schemas.openxmlformats.org/drawingml/2006/main">
            <a:off x="623888" y="1522006"/>
            <a:ext cx="3248506"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1" name="primary-heading">
            <a:extLst xmlns:a="http://schemas.openxmlformats.org/drawingml/2006/main">
              <a:ext uri="{FF2B5EF4-FFF2-40B4-BE49-F238E27FC236}">
                <a16:creationId xmlns:a16="http://schemas.microsoft.com/office/drawing/2014/main" id="{0DC868C8-ADAF-4A66-82B0-2C70CC3237A9}"/>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520978"/>
                </a:solidFill>
                <a:latin typeface="Montserrat"/>
                <a:ea typeface="Montserrat"/>
                <a:cs typeface="Montserrat"/>
              </a:defRPr>
            </a:defPPr>
          </a:lstStyle>
          <a:p xmlns:a="http://schemas.openxmlformats.org/drawingml/2006/main">
            <a:pPr algn="l">
              <a:lnSpc>
                <a:spcPct val="120000"/>
              </a:lnSpc>
              <a:buNone/>
              <a:defRPr sz="1997" b="1">
                <a:solidFill>
                  <a:srgbClr val="520978"/>
                </a:solidFill>
                <a:latin typeface="Montserrat"/>
                <a:ea typeface="Montserrat"/>
                <a:cs typeface="Montserrat"/>
              </a:defRPr>
            </a:pPr>
            <a:r>
              <a:rPr sz="1997" b="1">
                <a:solidFill>
                  <a:srgbClr val="520978"/>
                </a:solidFill>
                <a:latin typeface="Montserrat"/>
                <a:ea typeface="Montserrat"/>
                <a:cs typeface="Montserrat"/>
              </a:rPr>
              <a:t>АНАЛОГИ И НАША СТАВКА</a:t>
            </a:r>
          </a:p>
        </p:txBody>
      </p:sp>
      <p:sp>
        <p:nvSpPr>
          <p:cNvPr id="12" name="content-14-1">
            <a:extLst xmlns:a="http://schemas.openxmlformats.org/drawingml/2006/main">
              <a:ext uri="{FF2B5EF4-FFF2-40B4-BE49-F238E27FC236}">
                <a16:creationId xmlns:a16="http://schemas.microsoft.com/office/drawing/2014/main" id="{7BA3DD51-E448-4FAC-83AB-1D51717D4888}"/>
              </a:ext>
            </a:extLst>
          </p:cNvPr>
          <p:cNvSpPr>
            <a:spLocks xmlns:a="http://schemas.openxmlformats.org/drawingml/2006/main" noGrp="1"/>
          </p:cNvSpPr>
          <p:nvPr/>
        </p:nvSpPr>
        <p:spPr>
          <a:xfrm xmlns:a="http://schemas.openxmlformats.org/drawingml/2006/main">
            <a:off x="833438"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01</a:t>
            </a:r>
          </a:p>
        </p:txBody>
      </p:sp>
      <p:sp>
        <p:nvSpPr>
          <p:cNvPr id="13" name="content-14-2">
            <a:extLst xmlns:a="http://schemas.openxmlformats.org/drawingml/2006/main">
              <a:ext uri="{FF2B5EF4-FFF2-40B4-BE49-F238E27FC236}">
                <a16:creationId xmlns:a16="http://schemas.microsoft.com/office/drawing/2014/main" id="{7146C8D5-8B10-40D4-A31C-84DAC329A70C}"/>
              </a:ext>
            </a:extLst>
          </p:cNvPr>
          <p:cNvSpPr>
            <a:spLocks xmlns:a="http://schemas.openxmlformats.org/drawingml/2006/main" noGrp="1"/>
          </p:cNvSpPr>
          <p:nvPr/>
        </p:nvSpPr>
        <p:spPr>
          <a:xfrm xmlns:a="http://schemas.openxmlformats.org/drawingml/2006/main">
            <a:off x="833438"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Поиск кандидатов</a:t>
            </a:r>
          </a:p>
        </p:txBody>
      </p:sp>
      <p:sp>
        <p:nvSpPr>
          <p:cNvPr id="14" name="content-14-3">
            <a:extLst xmlns:a="http://schemas.openxmlformats.org/drawingml/2006/main">
              <a:ext uri="{FF2B5EF4-FFF2-40B4-BE49-F238E27FC236}">
                <a16:creationId xmlns:a16="http://schemas.microsoft.com/office/drawing/2014/main" id="{24CC35D0-2BE5-4633-AD53-356B21A87089}"/>
              </a:ext>
            </a:extLst>
          </p:cNvPr>
          <p:cNvSpPr>
            <a:spLocks xmlns:a="http://schemas.openxmlformats.org/drawingml/2006/main" noGrp="1"/>
          </p:cNvSpPr>
          <p:nvPr/>
        </p:nvSpPr>
        <p:spPr>
          <a:xfrm xmlns:a="http://schemas.openxmlformats.org/drawingml/2006/main">
            <a:off x="833438"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Хабр Карьера: поиск специалистов с фильтрами.</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getmatch: подборки IT-кандидатов для работодателя.</a:t>
            </a:r>
          </a:p>
        </p:txBody>
      </p:sp>
      <p:sp>
        <p:nvSpPr>
          <p:cNvPr id="15" name="content-14-4">
            <a:extLst xmlns:a="http://schemas.openxmlformats.org/drawingml/2006/main">
              <a:ext uri="{FF2B5EF4-FFF2-40B4-BE49-F238E27FC236}">
                <a16:creationId xmlns:a16="http://schemas.microsoft.com/office/drawing/2014/main" id="{E31F8BF4-1226-4E89-AA47-7124D1D690F8}"/>
              </a:ext>
            </a:extLst>
          </p:cNvPr>
          <p:cNvSpPr>
            <a:spLocks xmlns:a="http://schemas.openxmlformats.org/drawingml/2006/main" noGrp="1"/>
          </p:cNvSpPr>
          <p:nvPr/>
        </p:nvSpPr>
        <p:spPr>
          <a:xfrm xmlns:a="http://schemas.openxmlformats.org/drawingml/2006/main">
            <a:off x="4629150"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02</a:t>
            </a:r>
          </a:p>
        </p:txBody>
      </p:sp>
      <p:sp>
        <p:nvSpPr>
          <p:cNvPr id="16" name="content-14-5">
            <a:extLst xmlns:a="http://schemas.openxmlformats.org/drawingml/2006/main">
              <a:ext uri="{FF2B5EF4-FFF2-40B4-BE49-F238E27FC236}">
                <a16:creationId xmlns:a16="http://schemas.microsoft.com/office/drawing/2014/main" id="{46B2E535-2609-4F63-8E73-B9B9206C12F0}"/>
              </a:ext>
            </a:extLst>
          </p:cNvPr>
          <p:cNvSpPr>
            <a:spLocks xmlns:a="http://schemas.openxmlformats.org/drawingml/2006/main" noGrp="1"/>
          </p:cNvSpPr>
          <p:nvPr/>
        </p:nvSpPr>
        <p:spPr>
          <a:xfrm xmlns:a="http://schemas.openxmlformats.org/drawingml/2006/main">
            <a:off x="4629150"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Проверка навыков</a:t>
            </a:r>
          </a:p>
        </p:txBody>
      </p:sp>
      <p:sp>
        <p:nvSpPr>
          <p:cNvPr id="17" name="content-14-6">
            <a:extLst xmlns:a="http://schemas.openxmlformats.org/drawingml/2006/main">
              <a:ext uri="{FF2B5EF4-FFF2-40B4-BE49-F238E27FC236}">
                <a16:creationId xmlns:a16="http://schemas.microsoft.com/office/drawing/2014/main" id="{F0EC8765-908A-4830-AE8C-378612044F5A}"/>
              </a:ext>
            </a:extLst>
          </p:cNvPr>
          <p:cNvSpPr>
            <a:spLocks xmlns:a="http://schemas.openxmlformats.org/drawingml/2006/main" noGrp="1"/>
          </p:cNvSpPr>
          <p:nvPr/>
        </p:nvSpPr>
        <p:spPr>
          <a:xfrm xmlns:a="http://schemas.openxmlformats.org/drawingml/2006/main">
            <a:off x="4629150"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HackerRank: стандартизированные оценки по ролям и областям навыков.</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Полезный принцип: спецификация и обслуживание банка заданий.</a:t>
            </a:r>
          </a:p>
        </p:txBody>
      </p:sp>
      <p:sp>
        <p:nvSpPr>
          <p:cNvPr id="18" name="content-14-7">
            <a:extLst xmlns:a="http://schemas.openxmlformats.org/drawingml/2006/main">
              <a:ext uri="{FF2B5EF4-FFF2-40B4-BE49-F238E27FC236}">
                <a16:creationId xmlns:a16="http://schemas.microsoft.com/office/drawing/2014/main" id="{663BE624-4158-4269-BE71-D550C536CF9A}"/>
              </a:ext>
            </a:extLst>
          </p:cNvPr>
          <p:cNvSpPr>
            <a:spLocks xmlns:a="http://schemas.openxmlformats.org/drawingml/2006/main" noGrp="1"/>
          </p:cNvSpPr>
          <p:nvPr/>
        </p:nvSpPr>
        <p:spPr>
          <a:xfrm xmlns:a="http://schemas.openxmlformats.org/drawingml/2006/main">
            <a:off x="8575358"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03</a:t>
            </a:r>
          </a:p>
        </p:txBody>
      </p:sp>
      <p:sp>
        <p:nvSpPr>
          <p:cNvPr id="19" name="content-14-8">
            <a:extLst xmlns:a="http://schemas.openxmlformats.org/drawingml/2006/main">
              <a:ext uri="{FF2B5EF4-FFF2-40B4-BE49-F238E27FC236}">
                <a16:creationId xmlns:a16="http://schemas.microsoft.com/office/drawing/2014/main" id="{3A78B39F-3C59-4C42-9073-4556362D63AF}"/>
              </a:ext>
            </a:extLst>
          </p:cNvPr>
          <p:cNvSpPr>
            <a:spLocks xmlns:a="http://schemas.openxmlformats.org/drawingml/2006/main" noGrp="1"/>
          </p:cNvSpPr>
          <p:nvPr/>
        </p:nvSpPr>
        <p:spPr>
          <a:xfrm xmlns:a="http://schemas.openxmlformats.org/drawingml/2006/main">
            <a:off x="8575358"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Ставка «Трудяжек»</a:t>
            </a:r>
          </a:p>
        </p:txBody>
      </p:sp>
      <p:sp>
        <p:nvSpPr>
          <p:cNvPr id="20" name="content-14-9">
            <a:extLst xmlns:a="http://schemas.openxmlformats.org/drawingml/2006/main">
              <a:ext uri="{FF2B5EF4-FFF2-40B4-BE49-F238E27FC236}">
                <a16:creationId xmlns:a16="http://schemas.microsoft.com/office/drawing/2014/main" id="{C4C4AA58-DF27-4D5A-BAB2-C0445909E3F9}"/>
              </a:ext>
            </a:extLst>
          </p:cNvPr>
          <p:cNvSpPr>
            <a:spLocks xmlns:a="http://schemas.openxmlformats.org/drawingml/2006/main" noGrp="1"/>
          </p:cNvSpPr>
          <p:nvPr/>
        </p:nvSpPr>
        <p:spPr>
          <a:xfrm xmlns:a="http://schemas.openxmlformats.org/drawingml/2006/main">
            <a:off x="8575358"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Открытая матрица для теста и вакансии. Анонимный профиль, достижения ФСП и объяснение подбора.</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Гипотеза развития: компания зачтёт часть свидетельства и сократит повторную проверку.</a:t>
            </a:r>
          </a:p>
        </p:txBody>
      </p:sp>
      <p:sp>
        <p:nvSpPr>
          <p:cNvPr id="21" name="slide-number">
            <a:extLst xmlns:a="http://schemas.openxmlformats.org/drawingml/2006/main">
              <a:ext uri="{FF2B5EF4-FFF2-40B4-BE49-F238E27FC236}">
                <a16:creationId xmlns:a16="http://schemas.microsoft.com/office/drawing/2014/main" id="{8D1E5678-B5AE-4C5A-8539-0062F0207C2C}"/>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14</a:t>
            </a:r>
          </a:p>
        </p:txBody>
      </p:sp>
    </p:spTree>
    <p:extLst>
      <p:ext uri="{BB962C8B-B14F-4D97-AF65-F5344CB8AC3E}">
        <p14:creationId xmlns:p14="http://schemas.microsoft.com/office/powerpoint/2010/main" val="3112216425"/>
      </p:ext>
    </p:extLst>
  </p:cSld>
</p:sld>
</file>

<file path=ppt/slides/slide15.xml><?xml version="1.0" encoding="utf-8"?>
<p:sld xmlns:p="http://schemas.openxmlformats.org/presentationml/2006/main">
  <p:cSld>
    <p:bg>
      <p:bgPr>
        <a:blipFill xmlns:a="http://schemas.openxmlformats.org/drawingml/2006/main" rotWithShape="1">
          <a:blip xmlns:r="http://schemas.openxmlformats.org/officeDocument/2006/relationships" r:embed="R7cccf68b10984b8b">
            <a:lum/>
          </a:blip>
          <a:srcRect l="0" t="0" r="0" b="0"/>
          <a:stretch>
            <a:fillRect l="0" t="0" r="0" b="0"/>
          </a:stretch>
        </a:blipFill>
      </p:bgPr>
    </p:bg>
    <p:spTree>
      <p:nvGrpSpPr>
        <p:cNvPr id="1" name=""/>
        <p:cNvGrpSpPr/>
        <p:nvPr/>
      </p:nvGrpSpPr>
      <p:grpSpPr>
        <a:xfrm xmlns:a="http://schemas.openxmlformats.org/drawingml/2006/main"/>
      </p:grpSpPr>
      <p:sp>
        <p:nvSpPr>
          <p:cNvPr id="2" name="Скругленный прямоугольник 1">
            <a:extLst xmlns:a="http://schemas.openxmlformats.org/drawingml/2006/main">
              <a:ext uri="{FF2B5EF4-FFF2-40B4-BE49-F238E27FC236}">
                <a16:creationId xmlns:a16="http://schemas.microsoft.com/office/drawing/2014/main" id="{E0C4469B-8AAE-7B13-015A-FD424E4F9A97}"/>
              </a:ext>
            </a:extLst>
          </p:cNvPr>
          <p:cNvSpPr>
            <a:spLocks xmlns:a="http://schemas.openxmlformats.org/drawingml/2006/main" noGrp="1"/>
          </p:cNvSpPr>
          <p:nvPr/>
        </p:nvSpPr>
        <p:spPr>
          <a:xfrm xmlns:a="http://schemas.openxmlformats.org/drawingml/2006/main">
            <a:off x="346075" y="324562"/>
            <a:ext cx="6286500" cy="620919"/>
          </a:xfrm>
          <a:prstGeom xmlns:a="http://schemas.openxmlformats.org/drawingml/2006/main" prst="roundRect">
            <a:avLst>
              <a:gd name="adj" fmla="val 18706"/>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7" name="Скругленный прямоугольник 16">
            <a:extLst xmlns:a="http://schemas.openxmlformats.org/drawingml/2006/main">
              <a:ext uri="{FF2B5EF4-FFF2-40B4-BE49-F238E27FC236}">
                <a16:creationId xmlns:a16="http://schemas.microsoft.com/office/drawing/2014/main" id="{294820D9-0FE7-A2CD-6EC6-B191A0CD90DC}"/>
              </a:ext>
            </a:extLst>
          </p:cNvPr>
          <p:cNvSpPr>
            <a:spLocks xmlns:a="http://schemas.openxmlformats.org/drawingml/2006/main" noGrp="1"/>
          </p:cNvSpPr>
          <p:nvPr/>
        </p:nvSpPr>
        <p:spPr>
          <a:xfrm xmlns:a="http://schemas.openxmlformats.org/drawingml/2006/main">
            <a:off x="5951744" y="1366423"/>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18" name="Скругленный прямоугольник 17">
            <a:extLst xmlns:a="http://schemas.openxmlformats.org/drawingml/2006/main">
              <a:ext uri="{FF2B5EF4-FFF2-40B4-BE49-F238E27FC236}">
                <a16:creationId xmlns:a16="http://schemas.microsoft.com/office/drawing/2014/main" id="{7AE51F4F-C2FB-09FC-6139-35E790E33BDF}"/>
              </a:ext>
            </a:extLst>
          </p:cNvPr>
          <p:cNvSpPr>
            <a:spLocks xmlns:a="http://schemas.openxmlformats.org/drawingml/2006/main" noGrp="1"/>
          </p:cNvSpPr>
          <p:nvPr/>
        </p:nvSpPr>
        <p:spPr>
          <a:xfrm xmlns:a="http://schemas.openxmlformats.org/drawingml/2006/main">
            <a:off x="5951744" y="2377094"/>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19" name="Скругленный прямоугольник 18">
            <a:extLst xmlns:a="http://schemas.openxmlformats.org/drawingml/2006/main">
              <a:ext uri="{FF2B5EF4-FFF2-40B4-BE49-F238E27FC236}">
                <a16:creationId xmlns:a16="http://schemas.microsoft.com/office/drawing/2014/main" id="{34B52819-C376-FDAF-2B5B-09C492119CCF}"/>
              </a:ext>
            </a:extLst>
          </p:cNvPr>
          <p:cNvSpPr>
            <a:spLocks xmlns:a="http://schemas.openxmlformats.org/drawingml/2006/main" noGrp="1"/>
          </p:cNvSpPr>
          <p:nvPr/>
        </p:nvSpPr>
        <p:spPr>
          <a:xfrm xmlns:a="http://schemas.openxmlformats.org/drawingml/2006/main">
            <a:off x="5951744" y="3387765"/>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23" name="Скругленный прямоугольник 22">
            <a:extLst xmlns:a="http://schemas.openxmlformats.org/drawingml/2006/main">
              <a:ext uri="{FF2B5EF4-FFF2-40B4-BE49-F238E27FC236}">
                <a16:creationId xmlns:a16="http://schemas.microsoft.com/office/drawing/2014/main" id="{6CDADF58-3FDE-0896-F558-2E50261FFD44}"/>
              </a:ext>
            </a:extLst>
          </p:cNvPr>
          <p:cNvSpPr>
            <a:spLocks xmlns:a="http://schemas.openxmlformats.org/drawingml/2006/main" noGrp="1"/>
          </p:cNvSpPr>
          <p:nvPr/>
        </p:nvSpPr>
        <p:spPr>
          <a:xfrm xmlns:a="http://schemas.openxmlformats.org/drawingml/2006/main">
            <a:off x="5951744" y="4398436"/>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24" name="Скругленный прямоугольник 23">
            <a:extLst xmlns:a="http://schemas.openxmlformats.org/drawingml/2006/main">
              <a:ext uri="{FF2B5EF4-FFF2-40B4-BE49-F238E27FC236}">
                <a16:creationId xmlns:a16="http://schemas.microsoft.com/office/drawing/2014/main" id="{CD942BE0-7170-CE73-83AB-4505964EB89D}"/>
              </a:ext>
            </a:extLst>
          </p:cNvPr>
          <p:cNvSpPr>
            <a:spLocks xmlns:a="http://schemas.openxmlformats.org/drawingml/2006/main" noGrp="1"/>
          </p:cNvSpPr>
          <p:nvPr/>
        </p:nvSpPr>
        <p:spPr>
          <a:xfrm xmlns:a="http://schemas.openxmlformats.org/drawingml/2006/main">
            <a:off x="5951744" y="5409107"/>
            <a:ext cx="5905293" cy="791668"/>
          </a:xfrm>
          <a:prstGeom xmlns:a="http://schemas.openxmlformats.org/drawingml/2006/main" prst="roundRect">
            <a:avLst>
              <a:gd name="adj" fmla="val 1633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15" name="Скругленный прямоугольник 14">
            <a:extLst xmlns:a="http://schemas.openxmlformats.org/drawingml/2006/main">
              <a:ext uri="{FF2B5EF4-FFF2-40B4-BE49-F238E27FC236}">
                <a16:creationId xmlns:a16="http://schemas.microsoft.com/office/drawing/2014/main" id="{BF0860DA-9B9B-19E2-49DF-A8EDAA7C2B5F}"/>
              </a:ext>
            </a:extLst>
          </p:cNvPr>
          <p:cNvSpPr>
            <a:spLocks xmlns:a="http://schemas.openxmlformats.org/drawingml/2006/main" noGrp="1"/>
          </p:cNvSpPr>
          <p:nvPr/>
        </p:nvSpPr>
        <p:spPr>
          <a:xfrm xmlns:a="http://schemas.openxmlformats.org/drawingml/2006/main">
            <a:off x="346076" y="1366423"/>
            <a:ext cx="5389562" cy="4834352"/>
          </a:xfrm>
          <a:prstGeom xmlns:a="http://schemas.openxmlformats.org/drawingml/2006/main" prst="roundRect">
            <a:avLst>
              <a:gd name="adj" fmla="val 2919"/>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tx1"/>
              </a:solidFill>
            </a:endParaRPr>
          </a:p>
        </p:txBody>
      </p:sp>
      <p:sp>
        <p:nvSpPr>
          <p:cNvPr id="25" name="primary-heading">
            <a:extLst xmlns:a="http://schemas.openxmlformats.org/drawingml/2006/main">
              <a:ext uri="{FF2B5EF4-FFF2-40B4-BE49-F238E27FC236}">
                <a16:creationId xmlns:a16="http://schemas.microsoft.com/office/drawing/2014/main" id="{9B2842D9-4BEB-4D66-AA5E-BFFF7A27A104}"/>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FFFFFF"/>
                </a:solidFill>
                <a:latin typeface="Montserrat"/>
                <a:ea typeface="Montserrat"/>
                <a:cs typeface="Montserrat"/>
              </a:defRPr>
            </a:defPPr>
          </a:lstStyle>
          <a:p xmlns:a="http://schemas.openxmlformats.org/drawingml/2006/main">
            <a:pPr algn="l">
              <a:lnSpc>
                <a:spcPct val="120000"/>
              </a:lnSpc>
              <a:buNone/>
              <a:defRPr sz="1997" b="1">
                <a:solidFill>
                  <a:srgbClr val="FFFFFF"/>
                </a:solidFill>
                <a:latin typeface="Montserrat"/>
                <a:ea typeface="Montserrat"/>
                <a:cs typeface="Montserrat"/>
              </a:defRPr>
            </a:pPr>
            <a:r>
              <a:rPr sz="1997" b="1">
                <a:solidFill>
                  <a:srgbClr val="FFFFFF"/>
                </a:solidFill>
                <a:latin typeface="Montserrat"/>
                <a:ea typeface="Montserrat"/>
                <a:cs typeface="Montserrat"/>
              </a:rPr>
              <a:t>ПРОВЕРКА МАТРИЦЫ И ПОДБОРА</a:t>
            </a:r>
          </a:p>
        </p:txBody>
      </p:sp>
      <p:sp>
        <p:nvSpPr>
          <p:cNvPr id="26" name="content-15-1">
            <a:extLst xmlns:a="http://schemas.openxmlformats.org/drawingml/2006/main">
              <a:ext uri="{FF2B5EF4-FFF2-40B4-BE49-F238E27FC236}">
                <a16:creationId xmlns:a16="http://schemas.microsoft.com/office/drawing/2014/main" id="{FBF76C99-F2CF-4CBD-833A-F18C980E393D}"/>
              </a:ext>
            </a:extLst>
          </p:cNvPr>
          <p:cNvSpPr>
            <a:spLocks xmlns:a="http://schemas.openxmlformats.org/drawingml/2006/main" noGrp="1"/>
          </p:cNvSpPr>
          <p:nvPr/>
        </p:nvSpPr>
        <p:spPr>
          <a:xfrm xmlns:a="http://schemas.openxmlformats.org/drawingml/2006/main">
            <a:off x="628650" y="172402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Экспертная проверка</a:t>
            </a:r>
          </a:p>
        </p:txBody>
      </p:sp>
      <p:sp>
        <p:nvSpPr>
          <p:cNvPr id="27" name="content-15-2">
            <a:extLst xmlns:a="http://schemas.openxmlformats.org/drawingml/2006/main">
              <a:ext uri="{FF2B5EF4-FFF2-40B4-BE49-F238E27FC236}">
                <a16:creationId xmlns:a16="http://schemas.microsoft.com/office/drawing/2014/main" id="{ABDA4020-AAF5-4347-A9BA-BB8349AA6D04}"/>
              </a:ext>
            </a:extLst>
          </p:cNvPr>
          <p:cNvSpPr>
            <a:spLocks xmlns:a="http://schemas.openxmlformats.org/drawingml/2006/main" noGrp="1"/>
          </p:cNvSpPr>
          <p:nvPr/>
        </p:nvSpPr>
        <p:spPr>
          <a:xfrm xmlns:a="http://schemas.openxmlformats.org/drawingml/2006/main">
            <a:off x="628650" y="2609850"/>
            <a:ext cx="46958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Согласовать навыки и критерии уровней с техническими экспертами.</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Проверить соответствие задач матрице и близость сложности вариантов.</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Сравнить оценки на пограничных ответах.</a:t>
            </a:r>
          </a:p>
        </p:txBody>
      </p:sp>
      <p:sp>
        <p:nvSpPr>
          <p:cNvPr id="28" name="content-15-3">
            <a:extLst xmlns:a="http://schemas.openxmlformats.org/drawingml/2006/main">
              <a:ext uri="{FF2B5EF4-FFF2-40B4-BE49-F238E27FC236}">
                <a16:creationId xmlns:a16="http://schemas.microsoft.com/office/drawing/2014/main" id="{E34EBACA-81EF-4B9E-B2A2-1E41B17343AE}"/>
              </a:ext>
            </a:extLst>
          </p:cNvPr>
          <p:cNvSpPr>
            <a:spLocks xmlns:a="http://schemas.openxmlformats.org/drawingml/2006/main" noGrp="1"/>
          </p:cNvSpPr>
          <p:nvPr/>
        </p:nvSpPr>
        <p:spPr>
          <a:xfrm xmlns:a="http://schemas.openxmlformats.org/drawingml/2006/main">
            <a:off x="6191250" y="1524000"/>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Согласованность экспертных оценок уровня.</a:t>
            </a:r>
          </a:p>
        </p:txBody>
      </p:sp>
      <p:sp>
        <p:nvSpPr>
          <p:cNvPr id="29" name="content-15-4">
            <a:extLst xmlns:a="http://schemas.openxmlformats.org/drawingml/2006/main">
              <a:ext uri="{FF2B5EF4-FFF2-40B4-BE49-F238E27FC236}">
                <a16:creationId xmlns:a16="http://schemas.microsoft.com/office/drawing/2014/main" id="{D7610607-2F58-464B-92BC-11856A60058D}"/>
              </a:ext>
            </a:extLst>
          </p:cNvPr>
          <p:cNvSpPr>
            <a:spLocks xmlns:a="http://schemas.openxmlformats.org/drawingml/2006/main" noGrp="1"/>
          </p:cNvSpPr>
          <p:nvPr/>
        </p:nvSpPr>
        <p:spPr>
          <a:xfrm xmlns:a="http://schemas.openxmlformats.org/drawingml/2006/main">
            <a:off x="6191250" y="2533650"/>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Повторяемость результатов по навыкам.</a:t>
            </a:r>
          </a:p>
        </p:txBody>
      </p:sp>
      <p:sp>
        <p:nvSpPr>
          <p:cNvPr id="30" name="content-15-5">
            <a:extLst xmlns:a="http://schemas.openxmlformats.org/drawingml/2006/main">
              <a:ext uri="{FF2B5EF4-FFF2-40B4-BE49-F238E27FC236}">
                <a16:creationId xmlns:a16="http://schemas.microsoft.com/office/drawing/2014/main" id="{70566D9F-8DE1-499B-8A95-F54D08C2D55B}"/>
              </a:ext>
            </a:extLst>
          </p:cNvPr>
          <p:cNvSpPr>
            <a:spLocks xmlns:a="http://schemas.openxmlformats.org/drawingml/2006/main" noGrp="1"/>
          </p:cNvSpPr>
          <p:nvPr/>
        </p:nvSpPr>
        <p:spPr>
          <a:xfrm xmlns:a="http://schemas.openxmlformats.org/drawingml/2006/main">
            <a:off x="6191250" y="3543300"/>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Precision@5 и ошибки требований вакансии.</a:t>
            </a:r>
          </a:p>
        </p:txBody>
      </p:sp>
      <p:sp>
        <p:nvSpPr>
          <p:cNvPr id="31" name="content-15-6">
            <a:extLst xmlns:a="http://schemas.openxmlformats.org/drawingml/2006/main">
              <a:ext uri="{FF2B5EF4-FFF2-40B4-BE49-F238E27FC236}">
                <a16:creationId xmlns:a16="http://schemas.microsoft.com/office/drawing/2014/main" id="{2FBDED5D-5FAD-4B31-9D88-1C6FF53928D3}"/>
              </a:ext>
            </a:extLst>
          </p:cNvPr>
          <p:cNvSpPr>
            <a:spLocks xmlns:a="http://schemas.openxmlformats.org/drawingml/2006/main" noGrp="1"/>
          </p:cNvSpPr>
          <p:nvPr/>
        </p:nvSpPr>
        <p:spPr>
          <a:xfrm xmlns:a="http://schemas.openxmlformats.org/drawingml/2006/main">
            <a:off x="6191250" y="4552950"/>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Понятность совпадений и пробелов.</a:t>
            </a:r>
          </a:p>
        </p:txBody>
      </p:sp>
      <p:sp>
        <p:nvSpPr>
          <p:cNvPr id="32" name="content-15-7">
            <a:extLst xmlns:a="http://schemas.openxmlformats.org/drawingml/2006/main">
              <a:ext uri="{FF2B5EF4-FFF2-40B4-BE49-F238E27FC236}">
                <a16:creationId xmlns:a16="http://schemas.microsoft.com/office/drawing/2014/main" id="{A38BE440-AECB-439A-B3C7-6D5C54A600ED}"/>
              </a:ext>
            </a:extLst>
          </p:cNvPr>
          <p:cNvSpPr>
            <a:spLocks xmlns:a="http://schemas.openxmlformats.org/drawingml/2006/main" noGrp="1"/>
          </p:cNvSpPr>
          <p:nvPr/>
        </p:nvSpPr>
        <p:spPr>
          <a:xfrm xmlns:a="http://schemas.openxmlformats.org/drawingml/2006/main">
            <a:off x="6191250" y="5562600"/>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Анонимность API и PDF до согласия.</a:t>
            </a:r>
          </a:p>
        </p:txBody>
      </p:sp>
      <p:sp>
        <p:nvSpPr>
          <p:cNvPr id="33" name="slide-number">
            <a:extLst xmlns:a="http://schemas.openxmlformats.org/drawingml/2006/main">
              <a:ext uri="{FF2B5EF4-FFF2-40B4-BE49-F238E27FC236}">
                <a16:creationId xmlns:a16="http://schemas.microsoft.com/office/drawing/2014/main" id="{CF4898E3-CB01-47EE-A931-A6D167316E7A}"/>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15</a:t>
            </a:r>
          </a:p>
        </p:txBody>
      </p:sp>
    </p:spTree>
    <p:extLst>
      <p:ext uri="{BB962C8B-B14F-4D97-AF65-F5344CB8AC3E}">
        <p14:creationId xmlns:p14="http://schemas.microsoft.com/office/powerpoint/2010/main" val="1069895185"/>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cde4d117b2214dda">
            <a:lum/>
          </a:blip>
          <a:srcRect l="0" t="0" r="0" b="0"/>
          <a:stretch>
            <a:fillRect l="0" t="0" r="0" b="0"/>
          </a:stretch>
        </a:blipFill>
      </p:bgPr>
    </p:bg>
    <p:spTree>
      <p:nvGrpSpPr>
        <p:cNvPr id="1" name=""/>
        <p:cNvGrpSpPr/>
        <p:nvPr/>
      </p:nvGrpSpPr>
      <p:grpSpPr>
        <a:xfrm xmlns:a="http://schemas.openxmlformats.org/drawingml/2006/main"/>
      </p:grpSpPr>
      <p:sp>
        <p:nvSpPr>
          <p:cNvPr id="8" name="Скругленный прямоугольник 7">
            <a:extLst xmlns:a="http://schemas.openxmlformats.org/drawingml/2006/main">
              <a:ext uri="{FF2B5EF4-FFF2-40B4-BE49-F238E27FC236}">
                <a16:creationId xmlns:a16="http://schemas.microsoft.com/office/drawing/2014/main" id="{8587F3BD-E802-93BD-3D32-FDF202FEA64D}"/>
              </a:ext>
            </a:extLst>
          </p:cNvPr>
          <p:cNvSpPr>
            <a:spLocks xmlns:a="http://schemas.openxmlformats.org/drawingml/2006/main" noGrp="1"/>
          </p:cNvSpPr>
          <p:nvPr/>
        </p:nvSpPr>
        <p:spPr>
          <a:xfrm xmlns:a="http://schemas.openxmlformats.org/drawingml/2006/main">
            <a:off x="4419477" y="1522006"/>
            <a:ext cx="3399397"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9" name="Скругленный прямоугольник 8">
            <a:extLst xmlns:a="http://schemas.openxmlformats.org/drawingml/2006/main">
              <a:ext uri="{FF2B5EF4-FFF2-40B4-BE49-F238E27FC236}">
                <a16:creationId xmlns:a16="http://schemas.microsoft.com/office/drawing/2014/main" id="{B6016C66-2F45-3093-7675-966377141ADD}"/>
              </a:ext>
            </a:extLst>
          </p:cNvPr>
          <p:cNvSpPr>
            <a:spLocks xmlns:a="http://schemas.openxmlformats.org/drawingml/2006/main" noGrp="1"/>
          </p:cNvSpPr>
          <p:nvPr/>
        </p:nvSpPr>
        <p:spPr>
          <a:xfrm xmlns:a="http://schemas.openxmlformats.org/drawingml/2006/main">
            <a:off x="8365958" y="1522006"/>
            <a:ext cx="3248506"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0" name="Скругленный прямоугольник 9">
            <a:extLst xmlns:a="http://schemas.openxmlformats.org/drawingml/2006/main">
              <a:ext uri="{FF2B5EF4-FFF2-40B4-BE49-F238E27FC236}">
                <a16:creationId xmlns:a16="http://schemas.microsoft.com/office/drawing/2014/main" id="{9A68CA47-326C-A498-C456-623193EF0FFA}"/>
              </a:ext>
            </a:extLst>
          </p:cNvPr>
          <p:cNvSpPr>
            <a:spLocks xmlns:a="http://schemas.openxmlformats.org/drawingml/2006/main" noGrp="1"/>
          </p:cNvSpPr>
          <p:nvPr/>
        </p:nvSpPr>
        <p:spPr>
          <a:xfrm xmlns:a="http://schemas.openxmlformats.org/drawingml/2006/main">
            <a:off x="623888" y="1522006"/>
            <a:ext cx="3248506" cy="4678769"/>
          </a:xfrm>
          <a:prstGeom xmlns:a="http://schemas.openxmlformats.org/drawingml/2006/main" prst="roundRect">
            <a:avLst>
              <a:gd name="adj" fmla="val 9821"/>
            </a:avLst>
          </a:prstGeom>
          <a:solidFill xmlns:a="http://schemas.openxmlformats.org/drawingml/2006/main">
            <a:schemeClr val="bg1"/>
          </a:solidFill>
          <a:ln xmlns:a="http://schemas.openxmlformats.org/drawingml/2006/main" w="9525" cap="flat" cmpd="sng">
            <a:solidFill>
              <a:schemeClr val="accent5"/>
            </a:solidFill>
            <a:prstDash val="solid"/>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11" name="primary-heading">
            <a:extLst xmlns:a="http://schemas.openxmlformats.org/drawingml/2006/main">
              <a:ext uri="{FF2B5EF4-FFF2-40B4-BE49-F238E27FC236}">
                <a16:creationId xmlns:a16="http://schemas.microsoft.com/office/drawing/2014/main" id="{9601CB3C-5FB3-40B3-AA65-845182878486}"/>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520978"/>
                </a:solidFill>
                <a:latin typeface="Montserrat"/>
                <a:ea typeface="Montserrat"/>
                <a:cs typeface="Montserrat"/>
              </a:defRPr>
            </a:defPPr>
          </a:lstStyle>
          <a:p xmlns:a="http://schemas.openxmlformats.org/drawingml/2006/main">
            <a:pPr algn="l">
              <a:lnSpc>
                <a:spcPct val="120000"/>
              </a:lnSpc>
              <a:buNone/>
              <a:defRPr sz="1997" b="1">
                <a:solidFill>
                  <a:srgbClr val="520978"/>
                </a:solidFill>
                <a:latin typeface="Montserrat"/>
                <a:ea typeface="Montserrat"/>
                <a:cs typeface="Montserrat"/>
              </a:defRPr>
            </a:pPr>
            <a:r>
              <a:rPr sz="1997" b="1">
                <a:solidFill>
                  <a:srgbClr val="520978"/>
                </a:solidFill>
                <a:latin typeface="Montserrat"/>
                <a:ea typeface="Montserrat"/>
                <a:cs typeface="Montserrat"/>
              </a:rPr>
              <a:t>ПЕРВЫЙ ПИЛОТ И БИЗНЕС-ГИПОТЕЗА</a:t>
            </a:r>
          </a:p>
        </p:txBody>
      </p:sp>
      <p:sp>
        <p:nvSpPr>
          <p:cNvPr id="12" name="content-16-1">
            <a:extLst xmlns:a="http://schemas.openxmlformats.org/drawingml/2006/main">
              <a:ext uri="{FF2B5EF4-FFF2-40B4-BE49-F238E27FC236}">
                <a16:creationId xmlns:a16="http://schemas.microsoft.com/office/drawing/2014/main" id="{8823039F-7B22-462A-B667-AD49A5E0E200}"/>
              </a:ext>
            </a:extLst>
          </p:cNvPr>
          <p:cNvSpPr>
            <a:spLocks xmlns:a="http://schemas.openxmlformats.org/drawingml/2006/main" noGrp="1"/>
          </p:cNvSpPr>
          <p:nvPr/>
        </p:nvSpPr>
        <p:spPr>
          <a:xfrm xmlns:a="http://schemas.openxmlformats.org/drawingml/2006/main">
            <a:off x="833438"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01</a:t>
            </a:r>
          </a:p>
        </p:txBody>
      </p:sp>
      <p:sp>
        <p:nvSpPr>
          <p:cNvPr id="13" name="content-16-2">
            <a:extLst xmlns:a="http://schemas.openxmlformats.org/drawingml/2006/main">
              <a:ext uri="{FF2B5EF4-FFF2-40B4-BE49-F238E27FC236}">
                <a16:creationId xmlns:a16="http://schemas.microsoft.com/office/drawing/2014/main" id="{350E521A-E967-45D7-A1A1-12C1971DFDE7}"/>
              </a:ext>
            </a:extLst>
          </p:cNvPr>
          <p:cNvSpPr>
            <a:spLocks xmlns:a="http://schemas.openxmlformats.org/drawingml/2006/main" noGrp="1"/>
          </p:cNvSpPr>
          <p:nvPr/>
        </p:nvSpPr>
        <p:spPr>
          <a:xfrm xmlns:a="http://schemas.openxmlformats.org/drawingml/2006/main">
            <a:off x="833438"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Аудитория</a:t>
            </a:r>
          </a:p>
        </p:txBody>
      </p:sp>
      <p:sp>
        <p:nvSpPr>
          <p:cNvPr id="14" name="content-16-3">
            <a:extLst xmlns:a="http://schemas.openxmlformats.org/drawingml/2006/main">
              <a:ext uri="{FF2B5EF4-FFF2-40B4-BE49-F238E27FC236}">
                <a16:creationId xmlns:a16="http://schemas.microsoft.com/office/drawing/2014/main" id="{6F8158DB-1119-4B60-910D-C54CF5EBFDD9}"/>
              </a:ext>
            </a:extLst>
          </p:cNvPr>
          <p:cNvSpPr>
            <a:spLocks xmlns:a="http://schemas.openxmlformats.org/drawingml/2006/main" noGrp="1"/>
          </p:cNvSpPr>
          <p:nvPr/>
        </p:nvSpPr>
        <p:spPr>
          <a:xfrm xmlns:a="http://schemas.openxmlformats.org/drawingml/2006/main">
            <a:off x="833438"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Участники ФСП, ищущие стажировку или работу.</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Компании, которым нужны IT-специалисты с навыками по открытой матрице.</a:t>
            </a:r>
          </a:p>
        </p:txBody>
      </p:sp>
      <p:sp>
        <p:nvSpPr>
          <p:cNvPr id="15" name="content-16-4">
            <a:extLst xmlns:a="http://schemas.openxmlformats.org/drawingml/2006/main">
              <a:ext uri="{FF2B5EF4-FFF2-40B4-BE49-F238E27FC236}">
                <a16:creationId xmlns:a16="http://schemas.microsoft.com/office/drawing/2014/main" id="{FBBB2407-0353-44C0-BA64-50C91250DC8B}"/>
              </a:ext>
            </a:extLst>
          </p:cNvPr>
          <p:cNvSpPr>
            <a:spLocks xmlns:a="http://schemas.openxmlformats.org/drawingml/2006/main" noGrp="1"/>
          </p:cNvSpPr>
          <p:nvPr/>
        </p:nvSpPr>
        <p:spPr>
          <a:xfrm xmlns:a="http://schemas.openxmlformats.org/drawingml/2006/main">
            <a:off x="4629150"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02</a:t>
            </a:r>
          </a:p>
        </p:txBody>
      </p:sp>
      <p:sp>
        <p:nvSpPr>
          <p:cNvPr id="16" name="content-16-5">
            <a:extLst xmlns:a="http://schemas.openxmlformats.org/drawingml/2006/main">
              <a:ext uri="{FF2B5EF4-FFF2-40B4-BE49-F238E27FC236}">
                <a16:creationId xmlns:a16="http://schemas.microsoft.com/office/drawing/2014/main" id="{515CE01D-9AE4-4684-A191-0DD7D6353854}"/>
              </a:ext>
            </a:extLst>
          </p:cNvPr>
          <p:cNvSpPr>
            <a:spLocks xmlns:a="http://schemas.openxmlformats.org/drawingml/2006/main" noGrp="1"/>
          </p:cNvSpPr>
          <p:nvPr/>
        </p:nvSpPr>
        <p:spPr>
          <a:xfrm xmlns:a="http://schemas.openxmlformats.org/drawingml/2006/main">
            <a:off x="4629150"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Пилот</a:t>
            </a:r>
          </a:p>
        </p:txBody>
      </p:sp>
      <p:sp>
        <p:nvSpPr>
          <p:cNvPr id="17" name="content-16-6">
            <a:extLst xmlns:a="http://schemas.openxmlformats.org/drawingml/2006/main">
              <a:ext uri="{FF2B5EF4-FFF2-40B4-BE49-F238E27FC236}">
                <a16:creationId xmlns:a16="http://schemas.microsoft.com/office/drawing/2014/main" id="{EE67BAF7-F475-40E8-91A8-BA61EA99A0B1}"/>
              </a:ext>
            </a:extLst>
          </p:cNvPr>
          <p:cNvSpPr>
            <a:spLocks xmlns:a="http://schemas.openxmlformats.org/drawingml/2006/main" noGrp="1"/>
          </p:cNvSpPr>
          <p:nvPr/>
        </p:nvSpPr>
        <p:spPr>
          <a:xfrm xmlns:a="http://schemas.openxmlformats.org/drawingml/2006/main">
            <a:off x="4629150"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Пул профилей и потребностей. 3–5 технических нанимающих для первого пилота.</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Проверяем понятность матрицы, совпадения с требованиями и причины отказов.</a:t>
            </a:r>
          </a:p>
        </p:txBody>
      </p:sp>
      <p:sp>
        <p:nvSpPr>
          <p:cNvPr id="18" name="content-16-7">
            <a:extLst xmlns:a="http://schemas.openxmlformats.org/drawingml/2006/main">
              <a:ext uri="{FF2B5EF4-FFF2-40B4-BE49-F238E27FC236}">
                <a16:creationId xmlns:a16="http://schemas.microsoft.com/office/drawing/2014/main" id="{C873A9B6-20E9-4336-9E87-1C52B884C791}"/>
              </a:ext>
            </a:extLst>
          </p:cNvPr>
          <p:cNvSpPr>
            <a:spLocks xmlns:a="http://schemas.openxmlformats.org/drawingml/2006/main" noGrp="1"/>
          </p:cNvSpPr>
          <p:nvPr/>
        </p:nvSpPr>
        <p:spPr>
          <a:xfrm xmlns:a="http://schemas.openxmlformats.org/drawingml/2006/main">
            <a:off x="8575358" y="17526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FF0053"/>
                </a:solidFill>
                <a:latin typeface="Montserrat"/>
                <a:ea typeface="Montserrat"/>
                <a:cs typeface="Montserrat"/>
              </a:defRPr>
            </a:defPPr>
          </a:lstStyle>
          <a:p xmlns:a="http://schemas.openxmlformats.org/drawingml/2006/main">
            <a:pPr algn="l">
              <a:lnSpc>
                <a:spcPct val="120000"/>
              </a:lnSpc>
              <a:buNone/>
              <a:defRPr sz="2800" b="0">
                <a:solidFill>
                  <a:srgbClr val="FF0053"/>
                </a:solidFill>
                <a:latin typeface="Montserrat"/>
                <a:ea typeface="Montserrat"/>
                <a:cs typeface="Montserrat"/>
              </a:defRPr>
            </a:pPr>
            <a:r>
              <a:rPr sz="2800" b="0">
                <a:solidFill>
                  <a:srgbClr val="FF0053"/>
                </a:solidFill>
                <a:latin typeface="Montserrat"/>
                <a:ea typeface="Montserrat"/>
                <a:cs typeface="Montserrat"/>
              </a:rPr>
              <a:t>03</a:t>
            </a:r>
          </a:p>
        </p:txBody>
      </p:sp>
      <p:sp>
        <p:nvSpPr>
          <p:cNvPr id="19" name="content-16-8">
            <a:extLst xmlns:a="http://schemas.openxmlformats.org/drawingml/2006/main">
              <a:ext uri="{FF2B5EF4-FFF2-40B4-BE49-F238E27FC236}">
                <a16:creationId xmlns:a16="http://schemas.microsoft.com/office/drawing/2014/main" id="{A8543D9B-4986-4ACF-9D7F-50FD67AB196B}"/>
              </a:ext>
            </a:extLst>
          </p:cNvPr>
          <p:cNvSpPr>
            <a:spLocks xmlns:a="http://schemas.openxmlformats.org/drawingml/2006/main" noGrp="1"/>
          </p:cNvSpPr>
          <p:nvPr/>
        </p:nvSpPr>
        <p:spPr>
          <a:xfrm xmlns:a="http://schemas.openxmlformats.org/drawingml/2006/main">
            <a:off x="8575358" y="2524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Модель развития</a:t>
            </a:r>
          </a:p>
        </p:txBody>
      </p:sp>
      <p:sp>
        <p:nvSpPr>
          <p:cNvPr id="20" name="content-16-9">
            <a:extLst xmlns:a="http://schemas.openxmlformats.org/drawingml/2006/main">
              <a:ext uri="{FF2B5EF4-FFF2-40B4-BE49-F238E27FC236}">
                <a16:creationId xmlns:a16="http://schemas.microsoft.com/office/drawing/2014/main" id="{C6E81970-04BB-4C9D-8B08-FD42AF0921AF}"/>
              </a:ext>
            </a:extLst>
          </p:cNvPr>
          <p:cNvSpPr>
            <a:spLocks xmlns:a="http://schemas.openxmlformats.org/drawingml/2006/main" noGrp="1"/>
          </p:cNvSpPr>
          <p:nvPr/>
        </p:nvSpPr>
        <p:spPr>
          <a:xfrm xmlns:a="http://schemas.openxmlformats.org/drawingml/2006/main">
            <a:off x="8575358" y="3286125"/>
            <a:ext cx="28575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Кандидату: базовый профиль и подтверждение навыков.</a:t>
            </a:r>
          </a:p>
          <a:p xmlns:a="http://schemas.openxmlformats.org/drawingml/2006/main">
            <a:r>
              <a:t/>
            </a:r>
          </a:p>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Гипотеза выручки: подписка работодателя на подбор и командную работу. Тарифы определит пилот.</a:t>
            </a:r>
          </a:p>
        </p:txBody>
      </p:sp>
      <p:sp>
        <p:nvSpPr>
          <p:cNvPr id="21" name="slide-number">
            <a:extLst xmlns:a="http://schemas.openxmlformats.org/drawingml/2006/main">
              <a:ext uri="{FF2B5EF4-FFF2-40B4-BE49-F238E27FC236}">
                <a16:creationId xmlns:a16="http://schemas.microsoft.com/office/drawing/2014/main" id="{517ADD2B-792D-4EE1-9055-22E02063FFFF}"/>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16</a:t>
            </a:r>
          </a:p>
        </p:txBody>
      </p:sp>
    </p:spTree>
    <p:extLst>
      <p:ext uri="{BB962C8B-B14F-4D97-AF65-F5344CB8AC3E}">
        <p14:creationId xmlns:p14="http://schemas.microsoft.com/office/powerpoint/2010/main" val="3112216425"/>
      </p:ext>
    </p:extLst>
  </p:cSld>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94cb6c1c8ff54662">
            <a:lum/>
          </a:blip>
          <a:srcRect l="0" t="0" r="0" b="0"/>
          <a:stretch>
            <a:fillRect l="0" t="0" r="0" b="0"/>
          </a:stretch>
        </a:blipFill>
      </p:bgPr>
    </p:bg>
    <p:spTree>
      <p:nvGrpSpPr>
        <p:cNvPr id="1" name=""/>
        <p:cNvGrpSpPr/>
        <p:nvPr/>
      </p:nvGrpSpPr>
      <p:grpSpPr>
        <a:xfrm xmlns:a="http://schemas.openxmlformats.org/drawingml/2006/main"/>
      </p:grpSpPr>
      <p:sp>
        <p:nvSpPr>
          <p:cNvPr id="2" name="Прямая соединительная линия 1">
            <a:extLst xmlns:a="http://schemas.openxmlformats.org/drawingml/2006/main">
              <a:ext uri="{FF2B5EF4-FFF2-40B4-BE49-F238E27FC236}">
                <a16:creationId xmlns:a16="http://schemas.microsoft.com/office/drawing/2014/main" id="{9769F393-F888-4CFE-BDA7-BC322C148C25}"/>
              </a:ext>
            </a:extLst>
          </p:cNvPr>
          <p:cNvSpPr>
            <a:spLocks xmlns:a="http://schemas.openxmlformats.org/drawingml/2006/main" noGrp="1"/>
          </p:cNvSpPr>
          <p:nvPr/>
        </p:nvSpPr>
        <p:spPr>
          <a:xfrm xmlns:a="http://schemas.openxmlformats.org/drawingml/2006/main">
            <a:off x="523875" y="16002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4" name="Прямая соединительная линия 3">
            <a:extLst xmlns:a="http://schemas.openxmlformats.org/drawingml/2006/main">
              <a:ext uri="{FF2B5EF4-FFF2-40B4-BE49-F238E27FC236}">
                <a16:creationId xmlns:a16="http://schemas.microsoft.com/office/drawing/2014/main" id="{74AABF6B-8B44-48D4-B93D-277B09BB695A}"/>
              </a:ext>
            </a:extLst>
          </p:cNvPr>
          <p:cNvSpPr>
            <a:spLocks xmlns:a="http://schemas.openxmlformats.org/drawingml/2006/main" noGrp="1"/>
          </p:cNvSpPr>
          <p:nvPr/>
        </p:nvSpPr>
        <p:spPr>
          <a:xfrm xmlns:a="http://schemas.openxmlformats.org/drawingml/2006/main">
            <a:off x="523875" y="27051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3" name="Прямая соединительная линия 12">
            <a:extLst xmlns:a="http://schemas.openxmlformats.org/drawingml/2006/main">
              <a:ext uri="{FF2B5EF4-FFF2-40B4-BE49-F238E27FC236}">
                <a16:creationId xmlns:a16="http://schemas.microsoft.com/office/drawing/2014/main" id="{55C47646-3D2B-4753-9BC7-A995021EEDAB}"/>
              </a:ext>
            </a:extLst>
          </p:cNvPr>
          <p:cNvSpPr>
            <a:spLocks xmlns:a="http://schemas.openxmlformats.org/drawingml/2006/main" noGrp="1"/>
          </p:cNvSpPr>
          <p:nvPr/>
        </p:nvSpPr>
        <p:spPr>
          <a:xfrm xmlns:a="http://schemas.openxmlformats.org/drawingml/2006/main">
            <a:off x="523875" y="38100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Прямая соединительная линия 13">
            <a:extLst xmlns:a="http://schemas.openxmlformats.org/drawingml/2006/main">
              <a:ext uri="{FF2B5EF4-FFF2-40B4-BE49-F238E27FC236}">
                <a16:creationId xmlns:a16="http://schemas.microsoft.com/office/drawing/2014/main" id="{76BE06F9-1216-49EB-867D-271ADD75A237}"/>
              </a:ext>
            </a:extLst>
          </p:cNvPr>
          <p:cNvSpPr>
            <a:spLocks xmlns:a="http://schemas.openxmlformats.org/drawingml/2006/main" noGrp="1"/>
          </p:cNvSpPr>
          <p:nvPr/>
        </p:nvSpPr>
        <p:spPr>
          <a:xfrm xmlns:a="http://schemas.openxmlformats.org/drawingml/2006/main">
            <a:off x="523875" y="4914900"/>
            <a:ext cx="11334750" cy="0"/>
          </a:xfrm>
          <a:prstGeom xmlns:a="http://schemas.openxmlformats.org/drawingml/2006/main" prst="line">
            <a:avLst/>
          </a:prstGeom>
          <a:ln xmlns:a="http://schemas.openxmlformats.org/drawingml/2006/main" w="12700">
            <a:solidFill>
              <a:schemeClr val="accent5"/>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5" name="primary-heading">
            <a:extLst xmlns:a="http://schemas.openxmlformats.org/drawingml/2006/main">
              <a:ext uri="{FF2B5EF4-FFF2-40B4-BE49-F238E27FC236}">
                <a16:creationId xmlns:a16="http://schemas.microsoft.com/office/drawing/2014/main" id="{C84D3A33-AC67-404D-A2D9-7768240A63F8}"/>
              </a:ext>
            </a:extLst>
          </p:cNvPr>
          <p:cNvSpPr>
            <a:spLocks xmlns:a="http://schemas.openxmlformats.org/drawingml/2006/main" noGrp="1"/>
          </p:cNvSpPr>
          <p:nvPr/>
        </p:nvSpPr>
        <p:spPr>
          <a:xfrm xmlns:a="http://schemas.openxmlformats.org/drawingml/2006/main">
            <a:off x="619125" y="438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7" b="1">
                <a:solidFill>
                  <a:srgbClr val="520978"/>
                </a:solidFill>
                <a:latin typeface="Montserrat"/>
                <a:ea typeface="Montserrat"/>
                <a:cs typeface="Montserrat"/>
              </a:defRPr>
            </a:defPPr>
          </a:lstStyle>
          <a:p xmlns:a="http://schemas.openxmlformats.org/drawingml/2006/main">
            <a:pPr algn="l">
              <a:lnSpc>
                <a:spcPct val="120000"/>
              </a:lnSpc>
              <a:buNone/>
              <a:defRPr sz="1997" b="1">
                <a:solidFill>
                  <a:srgbClr val="520978"/>
                </a:solidFill>
                <a:latin typeface="Montserrat"/>
                <a:ea typeface="Montserrat"/>
                <a:cs typeface="Montserrat"/>
              </a:defRPr>
            </a:pPr>
            <a:r>
              <a:rPr sz="1997" b="1">
                <a:solidFill>
                  <a:srgbClr val="520978"/>
                </a:solidFill>
                <a:latin typeface="Montserrat"/>
                <a:ea typeface="Montserrat"/>
                <a:cs typeface="Montserrat"/>
              </a:rPr>
              <a:t>ПЛАН РАЗВИТИЯ</a:t>
            </a:r>
          </a:p>
        </p:txBody>
      </p:sp>
      <p:sp>
        <p:nvSpPr>
          <p:cNvPr id="16" name="content-17-1">
            <a:extLst xmlns:a="http://schemas.openxmlformats.org/drawingml/2006/main">
              <a:ext uri="{FF2B5EF4-FFF2-40B4-BE49-F238E27FC236}">
                <a16:creationId xmlns:a16="http://schemas.microsoft.com/office/drawing/2014/main" id="{AF95B09B-CB4B-4F6E-9C4C-0BAE4CC97789}"/>
              </a:ext>
            </a:extLst>
          </p:cNvPr>
          <p:cNvSpPr>
            <a:spLocks xmlns:a="http://schemas.openxmlformats.org/drawingml/2006/main" noGrp="1"/>
          </p:cNvSpPr>
          <p:nvPr/>
        </p:nvSpPr>
        <p:spPr>
          <a:xfrm xmlns:a="http://schemas.openxmlformats.org/drawingml/2006/main">
            <a:off x="619125" y="17145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P0. Завершённый MVP</a:t>
            </a:r>
          </a:p>
        </p:txBody>
      </p:sp>
      <p:sp>
        <p:nvSpPr>
          <p:cNvPr id="17" name="content-17-2">
            <a:extLst xmlns:a="http://schemas.openxmlformats.org/drawingml/2006/main">
              <a:ext uri="{FF2B5EF4-FFF2-40B4-BE49-F238E27FC236}">
                <a16:creationId xmlns:a16="http://schemas.microsoft.com/office/drawing/2014/main" id="{28DEA6C0-DED1-4DDE-B287-607A3884D754}"/>
              </a:ext>
            </a:extLst>
          </p:cNvPr>
          <p:cNvSpPr>
            <a:spLocks xmlns:a="http://schemas.openxmlformats.org/drawingml/2006/main" noGrp="1"/>
          </p:cNvSpPr>
          <p:nvPr/>
        </p:nvSpPr>
        <p:spPr>
          <a:xfrm xmlns:a="http://schemas.openxmlformats.org/drawingml/2006/main">
            <a:off x="3829050" y="17145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Открытая матрица, тест, анонимный профиль и PDF. Требования вакансии, подбор, приглашение и причина отказа.</a:t>
            </a:r>
          </a:p>
        </p:txBody>
      </p:sp>
      <p:sp>
        <p:nvSpPr>
          <p:cNvPr id="18" name="content-17-3">
            <a:extLst xmlns:a="http://schemas.openxmlformats.org/drawingml/2006/main">
              <a:ext uri="{FF2B5EF4-FFF2-40B4-BE49-F238E27FC236}">
                <a16:creationId xmlns:a16="http://schemas.microsoft.com/office/drawing/2014/main" id="{7B532688-7862-4B0C-ABB4-069E6BE7EDE1}"/>
              </a:ext>
            </a:extLst>
          </p:cNvPr>
          <p:cNvSpPr>
            <a:spLocks xmlns:a="http://schemas.openxmlformats.org/drawingml/2006/main" noGrp="1"/>
          </p:cNvSpPr>
          <p:nvPr/>
        </p:nvSpPr>
        <p:spPr>
          <a:xfrm xmlns:a="http://schemas.openxmlformats.org/drawingml/2006/main">
            <a:off x="619125" y="28194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P0. Проверка и сдача</a:t>
            </a:r>
          </a:p>
        </p:txBody>
      </p:sp>
      <p:sp>
        <p:nvSpPr>
          <p:cNvPr id="19" name="content-17-4">
            <a:extLst xmlns:a="http://schemas.openxmlformats.org/drawingml/2006/main">
              <a:ext uri="{FF2B5EF4-FFF2-40B4-BE49-F238E27FC236}">
                <a16:creationId xmlns:a16="http://schemas.microsoft.com/office/drawing/2014/main" id="{ABF34A60-B545-4F32-99EA-1B988D924726}"/>
              </a:ext>
            </a:extLst>
          </p:cNvPr>
          <p:cNvSpPr>
            <a:spLocks xmlns:a="http://schemas.openxmlformats.org/drawingml/2006/main" noGrp="1"/>
          </p:cNvSpPr>
          <p:nvPr/>
        </p:nvSpPr>
        <p:spPr>
          <a:xfrm xmlns:a="http://schemas.openxmlformats.org/drawingml/2006/main">
            <a:off x="3829050" y="28194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Экспертная проверка матрицы, собственные данные и валидация. Запуск через Compose и документация. Стартовый охват: Backend/Frontend × Junior/Middle.</a:t>
            </a:r>
          </a:p>
        </p:txBody>
      </p:sp>
      <p:sp>
        <p:nvSpPr>
          <p:cNvPr id="20" name="content-17-5">
            <a:extLst xmlns:a="http://schemas.openxmlformats.org/drawingml/2006/main">
              <a:ext uri="{FF2B5EF4-FFF2-40B4-BE49-F238E27FC236}">
                <a16:creationId xmlns:a16="http://schemas.microsoft.com/office/drawing/2014/main" id="{6BE6E7F0-A9A6-4A56-837D-B655EBD531E3}"/>
              </a:ext>
            </a:extLst>
          </p:cNvPr>
          <p:cNvSpPr>
            <a:spLocks xmlns:a="http://schemas.openxmlformats.org/drawingml/2006/main" noGrp="1"/>
          </p:cNvSpPr>
          <p:nvPr/>
        </p:nvSpPr>
        <p:spPr>
          <a:xfrm xmlns:a="http://schemas.openxmlformats.org/drawingml/2006/main">
            <a:off x="619125" y="39243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P1. Пилот</a:t>
            </a:r>
          </a:p>
        </p:txBody>
      </p:sp>
      <p:sp>
        <p:nvSpPr>
          <p:cNvPr id="21" name="content-17-6">
            <a:extLst xmlns:a="http://schemas.openxmlformats.org/drawingml/2006/main">
              <a:ext uri="{FF2B5EF4-FFF2-40B4-BE49-F238E27FC236}">
                <a16:creationId xmlns:a16="http://schemas.microsoft.com/office/drawing/2014/main" id="{B56BCDF1-F3CC-4BA2-9378-AD5E44B1E2A7}"/>
              </a:ext>
            </a:extLst>
          </p:cNvPr>
          <p:cNvSpPr>
            <a:spLocks xmlns:a="http://schemas.openxmlformats.org/drawingml/2006/main" noGrp="1"/>
          </p:cNvSpPr>
          <p:nvPr/>
        </p:nvSpPr>
        <p:spPr>
          <a:xfrm xmlns:a="http://schemas.openxmlformats.org/drawingml/2006/main">
            <a:off x="3829050" y="39243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Обратная связь кандидатов и работодателей. Проверка зачёта свидетельств и готовности платить.</a:t>
            </a:r>
          </a:p>
        </p:txBody>
      </p:sp>
      <p:sp>
        <p:nvSpPr>
          <p:cNvPr id="22" name="content-17-7">
            <a:extLst xmlns:a="http://schemas.openxmlformats.org/drawingml/2006/main">
              <a:ext uri="{FF2B5EF4-FFF2-40B4-BE49-F238E27FC236}">
                <a16:creationId xmlns:a16="http://schemas.microsoft.com/office/drawing/2014/main" id="{FE3E6725-42F6-45A8-BEB9-77A5CB1C0C47}"/>
              </a:ext>
            </a:extLst>
          </p:cNvPr>
          <p:cNvSpPr>
            <a:spLocks xmlns:a="http://schemas.openxmlformats.org/drawingml/2006/main" noGrp="1"/>
          </p:cNvSpPr>
          <p:nvPr/>
        </p:nvSpPr>
        <p:spPr>
          <a:xfrm xmlns:a="http://schemas.openxmlformats.org/drawingml/2006/main">
            <a:off x="619125" y="50292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20978"/>
                </a:solidFill>
                <a:latin typeface="Montserrat"/>
                <a:ea typeface="Montserrat"/>
                <a:cs typeface="Montserrat"/>
              </a:defRPr>
            </a:defPPr>
          </a:lstStyle>
          <a:p xmlns:a="http://schemas.openxmlformats.org/drawingml/2006/main">
            <a:pPr algn="l">
              <a:lnSpc>
                <a:spcPct val="120000"/>
              </a:lnSpc>
              <a:buNone/>
              <a:defRPr sz="1800" b="1">
                <a:solidFill>
                  <a:srgbClr val="520978"/>
                </a:solidFill>
                <a:latin typeface="Montserrat"/>
                <a:ea typeface="Montserrat"/>
                <a:cs typeface="Montserrat"/>
              </a:defRPr>
            </a:pPr>
            <a:r>
              <a:rPr sz="1800" b="1">
                <a:solidFill>
                  <a:srgbClr val="520978"/>
                </a:solidFill>
                <a:latin typeface="Montserrat"/>
                <a:ea typeface="Montserrat"/>
                <a:cs typeface="Montserrat"/>
              </a:rPr>
              <a:t>P2. Подключение и расширение</a:t>
            </a:r>
          </a:p>
        </p:txBody>
      </p:sp>
      <p:sp>
        <p:nvSpPr>
          <p:cNvPr id="23" name="content-17-8">
            <a:extLst xmlns:a="http://schemas.openxmlformats.org/drawingml/2006/main">
              <a:ext uri="{FF2B5EF4-FFF2-40B4-BE49-F238E27FC236}">
                <a16:creationId xmlns:a16="http://schemas.microsoft.com/office/drawing/2014/main" id="{A84DC06C-1934-43DD-9185-E3E89E2E385C}"/>
              </a:ext>
            </a:extLst>
          </p:cNvPr>
          <p:cNvSpPr>
            <a:spLocks xmlns:a="http://schemas.openxmlformats.org/drawingml/2006/main" noGrp="1"/>
          </p:cNvSpPr>
          <p:nvPr/>
        </p:nvSpPr>
        <p:spPr>
          <a:xfrm xmlns:a="http://schemas.openxmlformats.org/drawingml/2006/main">
            <a:off x="3829050" y="5029200"/>
            <a:ext cx="7667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C1D22"/>
                </a:solidFill>
                <a:latin typeface="Montserrat"/>
                <a:ea typeface="Montserrat"/>
                <a:cs typeface="Montserrat"/>
              </a:defRPr>
            </a:defPPr>
          </a:lstStyle>
          <a:p xmlns:a="http://schemas.openxmlformats.org/drawingml/2006/main">
            <a:pPr algn="l">
              <a:lnSpc>
                <a:spcPct val="120000"/>
              </a:lnSpc>
              <a:buNone/>
              <a:defRPr sz="1650" b="0">
                <a:solidFill>
                  <a:srgbClr val="1C1D22"/>
                </a:solidFill>
                <a:latin typeface="Montserrat"/>
                <a:ea typeface="Montserrat"/>
                <a:cs typeface="Montserrat"/>
              </a:defRPr>
            </a:pPr>
            <a:r>
              <a:rPr sz="1650" b="0">
                <a:solidFill>
                  <a:srgbClr val="1C1D22"/>
                </a:solidFill>
                <a:latin typeface="Montserrat"/>
                <a:ea typeface="Montserrat"/>
                <a:cs typeface="Montserrat"/>
              </a:rPr>
              <a:t>ФСП ID и реестр после согласования доступа. Соревнования компаний для новых навыков. Новые направления и ATS.</a:t>
            </a:r>
          </a:p>
        </p:txBody>
      </p:sp>
      <p:sp>
        <p:nvSpPr>
          <p:cNvPr id="24" name="slide-number">
            <a:extLst xmlns:a="http://schemas.openxmlformats.org/drawingml/2006/main">
              <a:ext uri="{FF2B5EF4-FFF2-40B4-BE49-F238E27FC236}">
                <a16:creationId xmlns:a16="http://schemas.microsoft.com/office/drawing/2014/main" id="{0600FCBE-D329-46ED-A912-8A8CC5DA6E7E}"/>
              </a:ext>
            </a:extLst>
          </p:cNvPr>
          <p:cNvSpPr>
            <a:spLocks xmlns:a="http://schemas.openxmlformats.org/drawingml/2006/main" noGrp="1"/>
          </p:cNvSpPr>
          <p:nvPr/>
        </p:nvSpPr>
        <p:spPr>
          <a:xfrm xmlns:a="http://schemas.openxmlformats.org/drawingml/2006/main">
            <a:off x="11410950" y="64008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200">
                <a:solidFill>
                  <a:srgbClr val="520978"/>
                </a:solidFill>
                <a:latin typeface="Montserrat"/>
                <a:ea typeface="Montserrat"/>
                <a:cs typeface="Montserrat"/>
              </a:defRPr>
            </a:defPPr>
          </a:lstStyle>
          <a:p xmlns:a="http://schemas.openxmlformats.org/drawingml/2006/main">
            <a:pPr algn="r">
              <a:buNone/>
              <a:defRPr sz="1200">
                <a:solidFill>
                  <a:srgbClr val="520978"/>
                </a:solidFill>
                <a:latin typeface="Montserrat"/>
                <a:ea typeface="Montserrat"/>
                <a:cs typeface="Montserrat"/>
              </a:defRPr>
            </a:pPr>
            <a:r>
              <a:rPr sz="1200">
                <a:solidFill>
                  <a:srgbClr val="520978"/>
                </a:solidFill>
                <a:latin typeface="Montserrat"/>
                <a:ea typeface="Montserrat"/>
                <a:cs typeface="Montserrat"/>
              </a:rPr>
              <a:t>17</a:t>
            </a:r>
          </a:p>
        </p:txBody>
      </p:sp>
    </p:spTree>
    <p:extLst>
      <p:ext uri="{BB962C8B-B14F-4D97-AF65-F5344CB8AC3E}">
        <p14:creationId xmlns:p14="http://schemas.microsoft.com/office/powerpoint/2010/main" val="3679793639"/>
      </p:ext>
    </p:extLst>
  </p:cSld>
</p:sld>
</file>

<file path=ppt/slides/slide18.xml><?xml version="1.0" encoding="utf-8"?>
<p:sld xmlns:p="http://schemas.openxmlformats.org/presentationml/2006/main">
  <p:cSld>
    <p:bg>
      <p:bgPr>
        <a:blipFill xmlns:a="http://schemas.openxmlformats.org/drawingml/2006/main" rotWithShape="1">
          <a:blip xmlns:r="http://schemas.openxmlformats.org/officeDocument/2006/relationships" r:embed="R1a3f99aaf3554cf1">
            <a:lum/>
          </a:blip>
          <a:srcRect l="0" t="0" r="0" b="0"/>
          <a:stretch>
            <a:fillRect l="0" t="0" r="0" b="0"/>
          </a:stretch>
        </a:blipFill>
      </p:bgPr>
    </p:bg>
    <p:spTree>
      <p:nvGrpSpPr>
        <p:cNvPr id="1" name=""/>
        <p:cNvGrpSpPr/>
        <p:nvPr/>
      </p:nvGrpSpPr>
      <p:grpSpPr>
        <a:xfrm xmlns:a="http://schemas.openxmlformats.org/drawingml/2006/main"/>
      </p:grpSpPr>
      <p:sp>
        <p:nvSpPr>
          <p:cNvPr id="30" name="Прямоугольник 29">
            <a:extLst xmlns:a="http://schemas.openxmlformats.org/drawingml/2006/main">
              <a:ext uri="{FF2B5EF4-FFF2-40B4-BE49-F238E27FC236}">
                <a16:creationId xmlns:a16="http://schemas.microsoft.com/office/drawing/2014/main" id="{8974761F-D4F8-560C-B069-01DF6B0C0103}"/>
              </a:ext>
            </a:extLst>
          </p:cNvPr>
          <p:cNvSpPr>
            <a:spLocks xmlns:a="http://schemas.openxmlformats.org/drawingml/2006/main" noGrp="1"/>
          </p:cNvSpPr>
          <p:nvPr/>
        </p:nvSpPr>
        <p:spPr>
          <a:xfrm xmlns:a="http://schemas.openxmlformats.org/drawingml/2006/main">
            <a:off x="0" y="0"/>
            <a:ext cx="6456363" cy="6858000"/>
          </a:xfrm>
          <a:prstGeom xmlns:a="http://schemas.openxmlformats.org/drawingml/2006/main" prst="rect">
            <a:avLst/>
          </a:prstGeom>
          <a:ln xmlns:a="http://schemas.openxmlformats.org/drawingml/2006/main">
            <a:no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t"/>
          <a:lstStyle xmlns:a="http://schemas.openxmlformats.org/drawingml/2006/main"/>
          <a:p xmlns:a="http://schemas.openxmlformats.org/drawingml/2006/main">
            <a:pPr algn="ctr">
              <a:buNone/>
            </a:pPr>
            <a:endParaRPr b="1">
              <a:solidFill>
                <a:schemeClr val="accent2"/>
              </a:solidFill>
            </a:endParaRPr>
          </a:p>
        </p:txBody>
      </p:sp>
      <p:sp>
        <p:nvSpPr>
          <p:cNvPr id="29" name="Объект 28">
            <a:extLst xmlns:a="http://schemas.openxmlformats.org/drawingml/2006/main">
              <a:ext uri="{FF2B5EF4-FFF2-40B4-BE49-F238E27FC236}">
                <a16:creationId xmlns:a16="http://schemas.microsoft.com/office/drawing/2014/main" id="{02AA36D4-0DFA-1A2E-6B29-8BA1BF5F96F3}"/>
              </a:ext>
            </a:extLst>
          </p:cNvPr>
          <p:cNvSpPr>
            <a:spLocks xmlns:a="http://schemas.openxmlformats.org/drawingml/2006/main" noGrp="1"/>
          </p:cNvSpPr>
          <p:nvPr>
            <p:ph idx="1"/>
          </p:nvPr>
        </p:nvSpPr>
        <p:spPr>
          <a:xfrm xmlns:a="http://schemas.openxmlformats.org/drawingml/2006/main">
            <a:off x="521133" y="1263123"/>
            <a:ext cx="5574868" cy="4937652"/>
          </a:xfrm>
        </p:spPr>
        <p:txBody>
          <a:bodyPr xmlns:a="http://schemas.openxmlformats.org/drawingml/2006/main"/>
          <a:lstStyle xmlns:a="http://schemas.openxmlformats.org/drawingml/2006/main"/>
          <a:p xmlns:a="http://schemas.openxmlformats.org/drawingml/2006/main">
            <a:endParaRPr>
              <a:solidFill>
                <a:schemeClr val="tx1"/>
              </a:solidFill>
            </a:endParaRPr>
          </a:p>
        </p:txBody>
      </p:sp>
      <p:sp>
        <p:nvSpPr>
          <p:cNvPr id="31" name="primary-heading">
            <a:extLst xmlns:a="http://schemas.openxmlformats.org/drawingml/2006/main">
              <a:ext uri="{FF2B5EF4-FFF2-40B4-BE49-F238E27FC236}">
                <a16:creationId xmlns:a16="http://schemas.microsoft.com/office/drawing/2014/main" id="{B6D65CB7-38D3-4C5B-84D9-6F983306D01B}"/>
              </a:ext>
            </a:extLst>
          </p:cNvPr>
          <p:cNvSpPr>
            <a:spLocks xmlns:a="http://schemas.openxmlformats.org/drawingml/2006/main" noGrp="1"/>
          </p:cNvSpPr>
          <p:nvPr/>
        </p:nvSpPr>
        <p:spPr>
          <a:xfrm xmlns:a="http://schemas.openxmlformats.org/drawingml/2006/main">
            <a:off x="619125" y="1666875"/>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520978"/>
                </a:solidFill>
                <a:latin typeface="Montserrat"/>
                <a:ea typeface="Montserrat"/>
                <a:cs typeface="Montserrat"/>
              </a:defRPr>
            </a:defPPr>
          </a:lstStyle>
          <a:p xmlns:a="http://schemas.openxmlformats.org/drawingml/2006/main">
            <a:pPr algn="l">
              <a:lnSpc>
                <a:spcPct val="120000"/>
              </a:lnSpc>
              <a:buNone/>
              <a:defRPr sz="2800" b="1">
                <a:solidFill>
                  <a:srgbClr val="520978"/>
                </a:solidFill>
                <a:latin typeface="Montserrat"/>
                <a:ea typeface="Montserrat"/>
                <a:cs typeface="Montserrat"/>
              </a:defRPr>
            </a:pPr>
            <a:r>
              <a:rPr sz="2800" b="1">
                <a:solidFill>
                  <a:srgbClr val="520978"/>
                </a:solidFill>
                <a:latin typeface="Montserrat"/>
                <a:ea typeface="Montserrat"/>
                <a:cs typeface="Montserrat"/>
              </a:rPr>
              <a:t>Предметный первый разговор</a:t>
            </a:r>
          </a:p>
        </p:txBody>
      </p:sp>
      <p:sp>
        <p:nvSpPr>
          <p:cNvPr id="32" name="content-18-1">
            <a:extLst xmlns:a="http://schemas.openxmlformats.org/drawingml/2006/main">
              <a:ext uri="{FF2B5EF4-FFF2-40B4-BE49-F238E27FC236}">
                <a16:creationId xmlns:a16="http://schemas.microsoft.com/office/drawing/2014/main" id="{E5972899-8FF8-4913-B308-10D964A6D884}"/>
              </a:ext>
            </a:extLst>
          </p:cNvPr>
          <p:cNvSpPr>
            <a:spLocks xmlns:a="http://schemas.openxmlformats.org/drawingml/2006/main" noGrp="1"/>
          </p:cNvSpPr>
          <p:nvPr/>
        </p:nvSpPr>
        <p:spPr>
          <a:xfrm xmlns:a="http://schemas.openxmlformats.org/drawingml/2006/main">
            <a:off x="619125" y="2809875"/>
            <a:ext cx="542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0978"/>
                </a:solidFill>
                <a:latin typeface="Montserrat"/>
                <a:ea typeface="Montserrat"/>
                <a:cs typeface="Montserrat"/>
              </a:defRPr>
            </a:defPPr>
          </a:lstStyle>
          <a:p xmlns:a="http://schemas.openxmlformats.org/drawingml/2006/main">
            <a:pPr algn="l">
              <a:lnSpc>
                <a:spcPct val="120000"/>
              </a:lnSpc>
              <a:buNone/>
              <a:defRPr sz="2025" b="0">
                <a:solidFill>
                  <a:srgbClr val="520978"/>
                </a:solidFill>
                <a:latin typeface="Montserrat"/>
                <a:ea typeface="Montserrat"/>
                <a:cs typeface="Montserrat"/>
              </a:defRPr>
            </a:pPr>
            <a:r>
              <a:rPr sz="2025" b="0">
                <a:solidFill>
                  <a:srgbClr val="520978"/>
                </a:solidFill>
                <a:latin typeface="Montserrat"/>
                <a:ea typeface="Montserrat"/>
                <a:cs typeface="Montserrat"/>
              </a:rPr>
              <a:t>Кандидат подтверждает навыки по открытой матрице</a:t>
            </a:r>
          </a:p>
        </p:txBody>
      </p:sp>
      <p:sp>
        <p:nvSpPr>
          <p:cNvPr id="33" name="content-18-2">
            <a:extLst xmlns:a="http://schemas.openxmlformats.org/drawingml/2006/main">
              <a:ext uri="{FF2B5EF4-FFF2-40B4-BE49-F238E27FC236}">
                <a16:creationId xmlns:a16="http://schemas.microsoft.com/office/drawing/2014/main" id="{14FEE11A-4047-4CBF-8DD1-3488A3541F76}"/>
              </a:ext>
            </a:extLst>
          </p:cNvPr>
          <p:cNvSpPr>
            <a:spLocks xmlns:a="http://schemas.openxmlformats.org/drawingml/2006/main" noGrp="1"/>
          </p:cNvSpPr>
          <p:nvPr/>
        </p:nvSpPr>
        <p:spPr>
          <a:xfrm xmlns:a="http://schemas.openxmlformats.org/drawingml/2006/main">
            <a:off x="619125" y="3714750"/>
            <a:ext cx="542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0978"/>
                </a:solidFill>
                <a:latin typeface="Montserrat"/>
                <a:ea typeface="Montserrat"/>
                <a:cs typeface="Montserrat"/>
              </a:defRPr>
            </a:defPPr>
          </a:lstStyle>
          <a:p xmlns:a="http://schemas.openxmlformats.org/drawingml/2006/main">
            <a:pPr algn="l">
              <a:lnSpc>
                <a:spcPct val="120000"/>
              </a:lnSpc>
              <a:buNone/>
              <a:defRPr sz="2025" b="0">
                <a:solidFill>
                  <a:srgbClr val="520978"/>
                </a:solidFill>
                <a:latin typeface="Montserrat"/>
                <a:ea typeface="Montserrat"/>
                <a:cs typeface="Montserrat"/>
              </a:defRPr>
            </a:pPr>
            <a:r>
              <a:rPr sz="2025" b="0">
                <a:solidFill>
                  <a:srgbClr val="520978"/>
                </a:solidFill>
                <a:latin typeface="Montserrat"/>
                <a:ea typeface="Montserrat"/>
                <a:cs typeface="Montserrat"/>
              </a:rPr>
              <a:t>Компания выбирает требования по той же шкале</a:t>
            </a:r>
          </a:p>
        </p:txBody>
      </p:sp>
      <p:sp>
        <p:nvSpPr>
          <p:cNvPr id="34" name="content-18-3">
            <a:extLst xmlns:a="http://schemas.openxmlformats.org/drawingml/2006/main">
              <a:ext uri="{FF2B5EF4-FFF2-40B4-BE49-F238E27FC236}">
                <a16:creationId xmlns:a16="http://schemas.microsoft.com/office/drawing/2014/main" id="{96AB5328-3A52-4FD2-8996-53FBD7F2EE82}"/>
              </a:ext>
            </a:extLst>
          </p:cNvPr>
          <p:cNvSpPr>
            <a:spLocks xmlns:a="http://schemas.openxmlformats.org/drawingml/2006/main" noGrp="1"/>
          </p:cNvSpPr>
          <p:nvPr/>
        </p:nvSpPr>
        <p:spPr>
          <a:xfrm xmlns:a="http://schemas.openxmlformats.org/drawingml/2006/main">
            <a:off x="619125" y="4619625"/>
            <a:ext cx="542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0978"/>
                </a:solidFill>
                <a:latin typeface="Montserrat"/>
                <a:ea typeface="Montserrat"/>
                <a:cs typeface="Montserrat"/>
              </a:defRPr>
            </a:defPPr>
          </a:lstStyle>
          <a:p xmlns:a="http://schemas.openxmlformats.org/drawingml/2006/main">
            <a:pPr algn="l">
              <a:lnSpc>
                <a:spcPct val="120000"/>
              </a:lnSpc>
              <a:buNone/>
              <a:defRPr sz="2025" b="0">
                <a:solidFill>
                  <a:srgbClr val="520978"/>
                </a:solidFill>
                <a:latin typeface="Montserrat"/>
                <a:ea typeface="Montserrat"/>
                <a:cs typeface="Montserrat"/>
              </a:defRPr>
            </a:pPr>
            <a:r>
              <a:rPr sz="2025" b="0">
                <a:solidFill>
                  <a:srgbClr val="520978"/>
                </a:solidFill>
                <a:latin typeface="Montserrat"/>
                <a:ea typeface="Montserrat"/>
                <a:cs typeface="Montserrat"/>
              </a:rPr>
              <a:t>Анонимный профиль до согласия на контакт</a:t>
            </a:r>
          </a:p>
        </p:txBody>
      </p:sp>
      <p:sp>
        <p:nvSpPr>
          <p:cNvPr id="35" name="content-18-4">
            <a:extLst xmlns:a="http://schemas.openxmlformats.org/drawingml/2006/main">
              <a:ext uri="{FF2B5EF4-FFF2-40B4-BE49-F238E27FC236}">
                <a16:creationId xmlns:a16="http://schemas.microsoft.com/office/drawing/2014/main" id="{594C82B7-D03D-4FDD-8BD9-25B856120219}"/>
              </a:ext>
            </a:extLst>
          </p:cNvPr>
          <p:cNvSpPr>
            <a:spLocks xmlns:a="http://schemas.openxmlformats.org/drawingml/2006/main" noGrp="1"/>
          </p:cNvSpPr>
          <p:nvPr/>
        </p:nvSpPr>
        <p:spPr>
          <a:xfrm xmlns:a="http://schemas.openxmlformats.org/drawingml/2006/main">
            <a:off x="619125" y="59055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20978"/>
                </a:solidFill>
                <a:latin typeface="Montserrat"/>
                <a:ea typeface="Montserrat"/>
                <a:cs typeface="Montserrat"/>
              </a:defRPr>
            </a:defPPr>
          </a:lstStyle>
          <a:p xmlns:a="http://schemas.openxmlformats.org/drawingml/2006/main">
            <a:pPr algn="l">
              <a:lnSpc>
                <a:spcPct val="120000"/>
              </a:lnSpc>
              <a:buNone/>
              <a:defRPr sz="1600" b="0">
                <a:solidFill>
                  <a:srgbClr val="520978"/>
                </a:solidFill>
                <a:latin typeface="Montserrat"/>
                <a:ea typeface="Montserrat"/>
                <a:cs typeface="Montserrat"/>
              </a:defRPr>
            </a:pPr>
            <a:r>
              <a:rPr sz="1600" b="0">
                <a:solidFill>
                  <a:srgbClr val="520978"/>
                </a:solidFill>
                <a:latin typeface="Montserrat"/>
                <a:ea typeface="Montserrat"/>
                <a:cs typeface="Montserrat"/>
              </a:rPr>
              <a:t>Трудяжки · ЛЦТ 2026 · ФСП</a:t>
            </a:r>
          </a:p>
        </p:txBody>
      </p:sp>
    </p:spTree>
    <p:extLst>
      <p:ext uri="{BB962C8B-B14F-4D97-AF65-F5344CB8AC3E}">
        <p14:creationId xmlns:p14="http://schemas.microsoft.com/office/powerpoint/2010/main" val="1830715374"/>
      </p:ext>
    </p:extLst>
  </p:cSld>
</p:sld>
</file>

<file path=ppt/theme/theme1.xml><?xml version="1.0" encoding="utf-8"?>
<a:theme xmlns:a="http://schemas.openxmlformats.org/drawingml/2006/main" name="Для Академия инноваторов 16_9">
  <a:themeElements>
    <a:clrScheme name="Пользовательские 2">
      <a:dk1>
        <a:srgbClr val="000000"/>
      </a:dk1>
      <a:lt1>
        <a:srgbClr val="FFFFFF"/>
      </a:lt1>
      <a:dk2>
        <a:srgbClr val="1C1D22"/>
      </a:dk2>
      <a:lt2>
        <a:srgbClr val="E5E7E9"/>
      </a:lt2>
      <a:accent1>
        <a:srgbClr val="FF0053"/>
      </a:accent1>
      <a:accent2>
        <a:srgbClr val="FFD6E3"/>
      </a:accent2>
      <a:accent3>
        <a:srgbClr val="FC3777"/>
      </a:accent3>
      <a:accent4>
        <a:srgbClr val="8A83D1"/>
      </a:accent4>
      <a:accent5>
        <a:srgbClr val="520977"/>
      </a:accent5>
      <a:accent6>
        <a:srgbClr val="2D1451"/>
      </a:accent6>
      <a:hlink>
        <a:srgbClr val="FF0053"/>
      </a:hlink>
      <a:folHlink>
        <a:srgbClr val="5D2B84"/>
      </a:folHlink>
    </a:clrScheme>
    <a:fontScheme name="Лидеры цифровой трансформации">
      <a:majorFont>
        <a:latin typeface="Montserrat"/>
        <a:ea typeface=""/>
        <a:cs typeface=""/>
      </a:majorFont>
      <a:minorFont>
        <a:latin typeface="Montserrat"/>
        <a:ea typeface=""/>
        <a:cs typeface=""/>
      </a:minorFont>
    </a:fontScheme>
    <a:fmtScheme name="Пользовательские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2026-10-11T20:52:16.7950000Z</dcterms:created>
  <dcterms:modified xsi:type="dcterms:W3CDTF">2026-10-11T20:52:16.7950000Z</dcterms:modified>
</coreProperties>
</file>