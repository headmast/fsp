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181d2c305114542" /><Relationship Type="http://schemas.openxmlformats.org/officeDocument/2006/relationships/extended-properties" Target="/docProps/app.xml" Id="R010dea2c96cf44f9" /><Relationship Type="http://schemas.openxmlformats.org/officeDocument/2006/relationships/officeDocument" Target="/ppt/presentation.xml" Id="Re57f36d9e7ca4a70" /></Relationships>
</file>

<file path=ppt/presentation.xml><?xml version="1.0" encoding="utf-8"?>
<p:presentation xmlns:p="http://schemas.openxmlformats.org/presentationml/2006/main">
  <p:sldMasterIdLst>
    <p:sldMasterId xmlns:r="http://schemas.openxmlformats.org/officeDocument/2006/relationships" id="2147483648" r:id="Rc67b6f7486d6471b"/>
  </p:sldMasterIdLst>
  <p:notesMasterIdLst>
    <p:notesMasterId xmlns:r="http://schemas.openxmlformats.org/officeDocument/2006/relationships" r:id="Recd7ad89038844e9"/>
  </p:notesMasterIdLst>
  <p:sldIdLst>
    <p:sldId xmlns:r="http://schemas.openxmlformats.org/officeDocument/2006/relationships" id="256" r:id="Rf2e4c530214a47bc"/>
    <p:sldId xmlns:r="http://schemas.openxmlformats.org/officeDocument/2006/relationships" id="257" r:id="Rc4cdf9ed85174050"/>
    <p:sldId xmlns:r="http://schemas.openxmlformats.org/officeDocument/2006/relationships" id="258" r:id="R173a2e47ebe74d92"/>
    <p:sldId xmlns:r="http://schemas.openxmlformats.org/officeDocument/2006/relationships" id="259" r:id="R1211b51f7f10414c"/>
    <p:sldId xmlns:r="http://schemas.openxmlformats.org/officeDocument/2006/relationships" id="260" r:id="Ree05725d55234e0b"/>
    <p:sldId xmlns:r="http://schemas.openxmlformats.org/officeDocument/2006/relationships" id="261" r:id="Rae926e90065f43f0"/>
    <p:sldId xmlns:r="http://schemas.openxmlformats.org/officeDocument/2006/relationships" id="262" r:id="R2712fc43c3734f72"/>
    <p:sldId xmlns:r="http://schemas.openxmlformats.org/officeDocument/2006/relationships" id="263" r:id="R7558fef6c351409f"/>
    <p:sldId xmlns:r="http://schemas.openxmlformats.org/officeDocument/2006/relationships" id="264" r:id="R9c90372925a441a5"/>
    <p:sldId xmlns:r="http://schemas.openxmlformats.org/officeDocument/2006/relationships" id="265" r:id="Ree08ae8b7d34487b"/>
    <p:sldId xmlns:r="http://schemas.openxmlformats.org/officeDocument/2006/relationships" id="266" r:id="Re25cd0d6501b4021"/>
    <p:sldId xmlns:r="http://schemas.openxmlformats.org/officeDocument/2006/relationships" id="267" r:id="Ra31693f272c04a90"/>
    <p:sldId xmlns:r="http://schemas.openxmlformats.org/officeDocument/2006/relationships" id="268" r:id="R26c6ef5107994c03"/>
    <p:sldId xmlns:r="http://schemas.openxmlformats.org/officeDocument/2006/relationships" id="269" r:id="R06815d72fb6840e7"/>
    <p:sldId xmlns:r="http://schemas.openxmlformats.org/officeDocument/2006/relationships" id="270" r:id="R112e6b40a96c4479"/>
    <p:sldId xmlns:r="http://schemas.openxmlformats.org/officeDocument/2006/relationships" id="271" r:id="R737f4f8acdb245a8"/>
    <p:sldId xmlns:r="http://schemas.openxmlformats.org/officeDocument/2006/relationships" id="272" r:id="R27b050944e0c44ab"/>
    <p:sldId xmlns:r="http://schemas.openxmlformats.org/officeDocument/2006/relationships" id="273" r:id="R9db430e7b59447cb"/>
  </p:sldIdLst>
  <p:sldSz cx="12192000" cy="6858000"/>
  <p:notesSz cx="6858000" cy="9144000"/>
  <p:defaultTextStyle>
    <a:defPPr xmlns:a="http://schemas.openxmlformats.org/drawingml/2006/main">
      <a:buNone/>
    </a:defPPr>
    <a:lvl1pPr xmlns:a="http://schemas.openxmlformats.org/drawingml/2006/main" marL="0" algn="l" defTabSz="914220">
      <a:buNone/>
      <a:defRPr sz="1800" kern="1200">
        <a:solidFill>
          <a:schemeClr val="tx1"/>
        </a:solidFill>
        <a:latin typeface="+mn-lt"/>
        <a:ea typeface="+mn-lt"/>
        <a:cs typeface="+mn-lt"/>
      </a:defRPr>
    </a:lvl1pPr>
    <a:lvl2pPr xmlns:a="http://schemas.openxmlformats.org/drawingml/2006/main" marL="457110" algn="l" defTabSz="914220">
      <a:buNone/>
      <a:defRPr sz="1800" kern="1200">
        <a:solidFill>
          <a:schemeClr val="tx1"/>
        </a:solidFill>
        <a:latin typeface="+mn-lt"/>
        <a:ea typeface="+mn-lt"/>
        <a:cs typeface="+mn-lt"/>
      </a:defRPr>
    </a:lvl2pPr>
    <a:lvl3pPr xmlns:a="http://schemas.openxmlformats.org/drawingml/2006/main" marL="914220" algn="l" defTabSz="914220">
      <a:buNone/>
      <a:defRPr sz="1800" kern="1200">
        <a:solidFill>
          <a:schemeClr val="tx1"/>
        </a:solidFill>
        <a:latin typeface="+mn-lt"/>
        <a:ea typeface="+mn-lt"/>
        <a:cs typeface="+mn-lt"/>
      </a:defRPr>
    </a:lvl3pPr>
    <a:lvl4pPr xmlns:a="http://schemas.openxmlformats.org/drawingml/2006/main" marL="1371329" algn="l" defTabSz="914220">
      <a:buNone/>
      <a:defRPr sz="1800" kern="1200">
        <a:solidFill>
          <a:schemeClr val="tx1"/>
        </a:solidFill>
        <a:latin typeface="+mn-lt"/>
        <a:ea typeface="+mn-lt"/>
        <a:cs typeface="+mn-lt"/>
      </a:defRPr>
    </a:lvl4pPr>
    <a:lvl5pPr xmlns:a="http://schemas.openxmlformats.org/drawingml/2006/main" marL="1828439" algn="l" defTabSz="914220">
      <a:buNone/>
      <a:defRPr sz="1800" kern="1200">
        <a:solidFill>
          <a:schemeClr val="tx1"/>
        </a:solidFill>
        <a:latin typeface="+mn-lt"/>
        <a:ea typeface="+mn-lt"/>
        <a:cs typeface="+mn-lt"/>
      </a:defRPr>
    </a:lvl5pPr>
    <a:lvl6pPr xmlns:a="http://schemas.openxmlformats.org/drawingml/2006/main" marL="2285549" algn="l" defTabSz="914220">
      <a:buNone/>
      <a:defRPr sz="1800" kern="1200">
        <a:solidFill>
          <a:schemeClr val="tx1"/>
        </a:solidFill>
        <a:latin typeface="+mn-lt"/>
        <a:ea typeface="+mn-lt"/>
        <a:cs typeface="+mn-lt"/>
      </a:defRPr>
    </a:lvl6pPr>
    <a:lvl7pPr xmlns:a="http://schemas.openxmlformats.org/drawingml/2006/main" marL="2742658" algn="l" defTabSz="914220">
      <a:buNone/>
      <a:defRPr sz="1800" kern="1200">
        <a:solidFill>
          <a:schemeClr val="tx1"/>
        </a:solidFill>
        <a:latin typeface="+mn-lt"/>
        <a:ea typeface="+mn-lt"/>
        <a:cs typeface="+mn-lt"/>
      </a:defRPr>
    </a:lvl7pPr>
    <a:lvl8pPr xmlns:a="http://schemas.openxmlformats.org/drawingml/2006/main" marL="3199765" algn="l" defTabSz="914220">
      <a:buNone/>
      <a:defRPr sz="1800" kern="1200">
        <a:solidFill>
          <a:schemeClr val="tx1"/>
        </a:solidFill>
        <a:latin typeface="+mn-lt"/>
        <a:ea typeface="+mn-lt"/>
        <a:cs typeface="+mn-lt"/>
      </a:defRPr>
    </a:lvl8pPr>
    <a:lvl9pPr xmlns:a="http://schemas.openxmlformats.org/drawingml/2006/main" marL="3656877" algn="l" defTabSz="91422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9f998bcdc26647af" /><Relationship Type="http://schemas.openxmlformats.org/officeDocument/2006/relationships/slideMaster" Target="/ppt/slideMasters/slideMaster1.xml" Id="Rc67b6f7486d6471b" /><Relationship Type="http://schemas.openxmlformats.org/officeDocument/2006/relationships/notesMaster" Target="/ppt/notesMasters/notesMaster1.xml" Id="Recd7ad89038844e9" /><Relationship Type="http://schemas.openxmlformats.org/officeDocument/2006/relationships/presProps" Target="/ppt/presProps.xml" Id="Rbe377dbbcbca4984" /><Relationship Type="http://schemas.openxmlformats.org/officeDocument/2006/relationships/viewProps" Target="/ppt/viewProps.xml" Id="R0837544959d64af4" /><Relationship Type="http://schemas.openxmlformats.org/officeDocument/2006/relationships/tableStyles" Target="/ppt/tableStyles.xml" Id="R73f3e4eef8bb4757" /><Relationship Type="http://schemas.openxmlformats.org/officeDocument/2006/relationships/slide" Target="/ppt/slides/slide1.xml" Id="Rf2e4c530214a47bc" /><Relationship Type="http://schemas.openxmlformats.org/officeDocument/2006/relationships/slide" Target="/ppt/slides/slide2.xml" Id="Rc4cdf9ed85174050" /><Relationship Type="http://schemas.openxmlformats.org/officeDocument/2006/relationships/slide" Target="/ppt/slides/slide3.xml" Id="R173a2e47ebe74d92" /><Relationship Type="http://schemas.openxmlformats.org/officeDocument/2006/relationships/slide" Target="/ppt/slides/slide4.xml" Id="R1211b51f7f10414c" /><Relationship Type="http://schemas.openxmlformats.org/officeDocument/2006/relationships/slide" Target="/ppt/slides/slide5.xml" Id="Ree05725d55234e0b" /><Relationship Type="http://schemas.openxmlformats.org/officeDocument/2006/relationships/slide" Target="/ppt/slides/slide6.xml" Id="Rae926e90065f43f0" /><Relationship Type="http://schemas.openxmlformats.org/officeDocument/2006/relationships/slide" Target="/ppt/slides/slide7.xml" Id="R2712fc43c3734f72" /><Relationship Type="http://schemas.openxmlformats.org/officeDocument/2006/relationships/slide" Target="/ppt/slides/slide8.xml" Id="R7558fef6c351409f" /><Relationship Type="http://schemas.openxmlformats.org/officeDocument/2006/relationships/slide" Target="/ppt/slides/slide9.xml" Id="R9c90372925a441a5" /><Relationship Type="http://schemas.openxmlformats.org/officeDocument/2006/relationships/slide" Target="/ppt/slides/slide10.xml" Id="Ree08ae8b7d34487b" /><Relationship Type="http://schemas.openxmlformats.org/officeDocument/2006/relationships/slide" Target="/ppt/slides/slide11.xml" Id="Re25cd0d6501b4021" /><Relationship Type="http://schemas.openxmlformats.org/officeDocument/2006/relationships/slide" Target="/ppt/slides/slide12.xml" Id="Ra31693f272c04a90" /><Relationship Type="http://schemas.openxmlformats.org/officeDocument/2006/relationships/slide" Target="/ppt/slides/slide13.xml" Id="R26c6ef5107994c03" /><Relationship Type="http://schemas.openxmlformats.org/officeDocument/2006/relationships/slide" Target="/ppt/slides/slide14.xml" Id="R06815d72fb6840e7" /><Relationship Type="http://schemas.openxmlformats.org/officeDocument/2006/relationships/slide" Target="/ppt/slides/slide15.xml" Id="R112e6b40a96c4479" /><Relationship Type="http://schemas.openxmlformats.org/officeDocument/2006/relationships/slide" Target="/ppt/slides/slide16.xml" Id="R737f4f8acdb245a8" /><Relationship Type="http://schemas.openxmlformats.org/officeDocument/2006/relationships/slide" Target="/ppt/slides/slide17.xml" Id="R27b050944e0c44ab" /><Relationship Type="http://schemas.openxmlformats.org/officeDocument/2006/relationships/slide" Target="/ppt/slides/slide18.xml" Id="R9db430e7b59447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4756e75648f44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93889d8a5147d4" /><Relationship Type="http://schemas.openxmlformats.org/officeDocument/2006/relationships/notesMaster" Target="/ppt/notesMasters/notesMaster1.xml" Id="R354b3f48b10849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b0affcdde54cd9" /><Relationship Type="http://schemas.openxmlformats.org/officeDocument/2006/relationships/notesMaster" Target="/ppt/notesMasters/notesMaster1.xml" Id="R6246f0dbffbe47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cd0735284b4cf7" /><Relationship Type="http://schemas.openxmlformats.org/officeDocument/2006/relationships/notesMaster" Target="/ppt/notesMasters/notesMaster1.xml" Id="R6ec8a6fb1ee545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f3013fe1864918" /><Relationship Type="http://schemas.openxmlformats.org/officeDocument/2006/relationships/notesMaster" Target="/ppt/notesMasters/notesMaster1.xml" Id="R7e5d92ef13794d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c86e2a4f45c4841" /><Relationship Type="http://schemas.openxmlformats.org/officeDocument/2006/relationships/notesMaster" Target="/ppt/notesMasters/notesMaster1.xml" Id="R1952fe12ba9d44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71cdf16ce64d85" /><Relationship Type="http://schemas.openxmlformats.org/officeDocument/2006/relationships/notesMaster" Target="/ppt/notesMasters/notesMaster1.xml" Id="Rea966992596c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ab7a84a1b64aaf" /><Relationship Type="http://schemas.openxmlformats.org/officeDocument/2006/relationships/notesMaster" Target="/ppt/notesMasters/notesMaster1.xml" Id="R2dfe8591f6b74c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b9510b4df24fde" /><Relationship Type="http://schemas.openxmlformats.org/officeDocument/2006/relationships/notesMaster" Target="/ppt/notesMasters/notesMaster1.xml" Id="Rcce5c178d75d4f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15eedb6a964e95" /><Relationship Type="http://schemas.openxmlformats.org/officeDocument/2006/relationships/notesMaster" Target="/ppt/notesMasters/notesMaster1.xml" Id="Rf63d62cc06b74b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e698e8223848b4" /><Relationship Type="http://schemas.openxmlformats.org/officeDocument/2006/relationships/notesMaster" Target="/ppt/notesMasters/notesMaster1.xml" Id="Rd3ad34735ede44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8e36b721e94e64" /><Relationship Type="http://schemas.openxmlformats.org/officeDocument/2006/relationships/notesMaster" Target="/ppt/notesMasters/notesMaster1.xml" Id="R0492c498b5cc4b8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035942bd66406e" /><Relationship Type="http://schemas.openxmlformats.org/officeDocument/2006/relationships/notesMaster" Target="/ppt/notesMasters/notesMaster1.xml" Id="R35d00b763b6c4e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b4f1ad7df31448d" /><Relationship Type="http://schemas.openxmlformats.org/officeDocument/2006/relationships/notesMaster" Target="/ppt/notesMasters/notesMaster1.xml" Id="R4a02d63a1e9548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cc3f92649f14747" /><Relationship Type="http://schemas.openxmlformats.org/officeDocument/2006/relationships/notesMaster" Target="/ppt/notesMasters/notesMaster1.xml" Id="R9569886564f648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3cc7418dba740ed" /><Relationship Type="http://schemas.openxmlformats.org/officeDocument/2006/relationships/notesMaster" Target="/ppt/notesMasters/notesMaster1.xml" Id="R21b3aa8f045e41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73dace3c5e34527" /><Relationship Type="http://schemas.openxmlformats.org/officeDocument/2006/relationships/notesMaster" Target="/ppt/notesMasters/notesMaster1.xml" Id="R3995674335b74e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77e4df80be44d17" /><Relationship Type="http://schemas.openxmlformats.org/officeDocument/2006/relationships/notesMaster" Target="/ppt/notesMasters/notesMaster1.xml" Id="R90c84e45a3b143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6d18020ee9406b" /><Relationship Type="http://schemas.openxmlformats.org/officeDocument/2006/relationships/notesMaster" Target="/ppt/notesMasters/notesMaster1.xml" Id="R055776a1381448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Мы команда «Трудяжки». Предлагаем платформу обратного найма для участников Федерации спортивного программирования. Открытая матрица описывает навыки и требования к уровням. Кандидат проходит тест и получает профиль по этой матрице. Компания выбирает требования к вакансии по той же шкале. Работодатель находит подходящего человека и присылает предложение с условиями. Кандидат решает, готов ли начать разговор. Наша цель — сделать первый контакт предметным и сократить лишние усилия обеих сторон. Сегодня покажем концепцию, частичный технический демо-сценарий и план проверки. Если показываем видео, заранее предупреждаем: оно иллюстрирует сценарии и удобство, а текущий сайт может отличаться.</a:t>
            </a:r>
          </a:p>
          <a:p xmlns:a="http://schemas.openxmlformats.org/drawingml/2006/main">
            <a:r>
              <a:t/>
            </a:r>
          </a:p>
          <a:p xmlns:a="http://schemas.openxmlformats.org/drawingml/2006/main">
            <a:r>
              <a:t>Основания и источники</a:t>
            </a:r>
          </a:p>
          <a:p xmlns:a="http://schemas.openxmlformats.org/drawingml/2006/main">
            <a:r>
              <a:t>Техническое задание ФСП, раздел 2. Страница команды: StaticSite/FSP/index.html.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Основа решения — открытая матрица компетенций: единый язык кандидата и компании. В ней описаны области знаний, проверяемые умения и критерии уровня. Кандидат выбирает специализацию и заявленный грейд, затем подтверждает его тестом. Компания задаёт требования по той же матрице, даже если её внутренние названия грейдов отличаются. Подбор объясняет соответствие каждому требованию. До согласия на контакт профиль анонимный. Отличие решения — общий язык требований и подтверждений, а также практика новых технологий в соревнованиях. Инициатива работодателя — часть сценария. Её саму по себе не выдаём за уникальное преимущество. Полный продукт предстоит реализовать и проверить.</a:t>
            </a:r>
          </a:p>
          <a:p xmlns:a="http://schemas.openxmlformats.org/drawingml/2006/main">
            <a:r>
              <a:t/>
            </a:r>
          </a:p>
          <a:p xmlns:a="http://schemas.openxmlformats.org/drawingml/2006/main">
            <a:r>
              <a:t>Основания и источники</a:t>
            </a:r>
          </a:p>
          <a:p xmlns:a="http://schemas.openxmlformats.org/drawingml/2006/main">
            <a:r>
              <a:t>ТЗ, разделы 2, 2.1, 2.2. Q&amp;A, разделы 2, 4, 5. Страница команды подтверждает состав из трёх человек.</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 странице команды указан состав из трёх человек. Для выполнения задачи предлагаем три зоны ответственности. Первая объединяет продуктовые сценарии и интерфейс. Вторая охватывает серверную логику и данные. Третья отвечает за тестирование навыков и качество подбора. Это план распределения работы, а не утверждение о специальностях конкретных участников. Главная общая задача команды — довести один путь от подтверждения навыков до принятого приглашения.</a:t>
            </a:r>
            <a:endParaRPr/>
          </a:p>
          <a:p xmlns:a="http://schemas.openxmlformats.org/drawingml/2006/main">
            <a:r>
              <a:t/>
            </a:r>
            <a:endParaRPr/>
          </a:p>
          <a:p xmlns:a="http://schemas.openxmlformats.org/drawingml/2006/main">
            <a:r>
              <a:t>Основания и источники</a:t>
            </a:r>
            <a:endParaRPr/>
          </a:p>
          <a:p xmlns:a="http://schemas.openxmlformats.org/drawingml/2006/main">
            <a:r>
              <a:t>StaticSite/FSP/index.html. Назначение ролей — проектное решение. ФИО и контакты не предоставлены.</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работодателя ценность начинается с более точного понимания соответствия кандидата задачам. Матрица связывает требования вакансии с проверенными навыками и отделяет их от заявленного опыта. Общий пул профилей и готовая объяснимая подборка должны сократить ручной просмотр нерелевантных резюме. Это гипотеза снижения нагрузки и затрат. Сокращение HR-штата, фонда оплаты труда и ускорение найма пока не подтверждены. ТЗ и ответы постановщиков задают основной сценарий, а матрица — наше проектное решение для его объяснимости.</a:t>
            </a:r>
            <a:endParaRPr/>
          </a:p>
          <a:p xmlns:a="http://schemas.openxmlformats.org/drawingml/2006/main">
            <a:r>
              <a:t/>
            </a:r>
            <a:endParaRPr/>
          </a:p>
          <a:p xmlns:a="http://schemas.openxmlformats.org/drawingml/2006/main">
            <a:r>
              <a:t>Основания и источники</a:t>
            </a:r>
            <a:endParaRPr/>
          </a:p>
          <a:p xmlns:a="http://schemas.openxmlformats.org/drawingml/2006/main">
            <a:r>
              <a:t>ТЗ, раздел 2. Q&amp;A, разделы 2–4. Исследование: Docs/competitor-analysis-2026-10-11.md.</a:t>
            </a:r>
            <a:endParaRPr/>
          </a:p>
          <a:p xmlns:a="http://schemas.openxmlformats.org/drawingml/2006/main">
            <a:r>
              <a:t/>
            </a:r>
            <a:endParaRP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endParaRPr/>
          </a:p>
          <a:p xmlns:a="http://schemas.openxmlformats.org/drawingml/2006/main">
            <a:r>
              <a:t/>
            </a:r>
            <a:endParaRPr/>
          </a:p>
          <a:p xmlns:a="http://schemas.openxmlformats.org/drawingml/2006/main">
            <a:r>
              <a:t>Новые голосовые 23:28–23:29 и письменное обсуждение: /Users/headmast/Documents/FSP/Docs/Новые замечания Джа — расшифровка и внесённые дополнения — 2026-10-11.txt.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Кандидат получает понятную карту подтверждённых навыков, а компания — возможность задавать требования по той же шкале. Общий пул профилей и объяснение совпадений должны облегчить поиск HR. Отдельная ценность — соревнования: компания задаёт прикладные задачи с нужными технологиями, участники пробуют их на практике и показывают результат. Это помогает искать людей под будущие потребности. Анонимность действует до согласия на контакт, приглашение раскрывает задачи и условия. Журнал сохраняет решение и указанную причину отказа. Выгоды в затратах и качестве найма проверим в пилоте.</a:t>
            </a:r>
          </a:p>
          <a:p xmlns:a="http://schemas.openxmlformats.org/drawingml/2006/main">
            <a:r>
              <a:t/>
            </a:r>
          </a:p>
          <a:p xmlns:a="http://schemas.openxmlformats.org/drawingml/2006/main">
            <a:r>
              <a:t>Основания и источники</a:t>
            </a:r>
          </a:p>
          <a:p xmlns:a="http://schemas.openxmlformats.org/drawingml/2006/main">
            <a:r>
              <a:t>ТЗ, разделы 2.1–2.2. Порядок развития — решение команды.</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a:p xmlns:a="http://schemas.openxmlformats.org/drawingml/2006/main">
            <a:r>
              <a:t/>
            </a:r>
          </a:p>
          <a:p xmlns:a="http://schemas.openxmlformats.org/drawingml/2006/main">
            <a:r>
              <a:t>Новые голосовые 23:28–23:29 и письменное обсуждение: /Users/headmast/Documents/FSP/Docs/Новые замечания Джа — расшифровка и внесённые дополнения — 2026-10-11.txt.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Кандидат подтверждает навыки по открытой матрице. Компания формулирует требования по той же шкале и получает анонимные профили с объяснением соответствия. Приглашение содержит задачи, условия и зарплатную вилку. Контакты открываются только конкретной компании после принятия. При отказе кандидат может указать причину, например неподходящую вилку или формат работы. Система не придумывает причину за пользователя. Журнал позволяет обеим сторонам видеть свои приглашения и решения.</a:t>
            </a:r>
          </a:p>
          <a:p xmlns:a="http://schemas.openxmlformats.org/drawingml/2006/main">
            <a:r>
              <a:t/>
            </a:r>
          </a:p>
          <a:p xmlns:a="http://schemas.openxmlformats.org/drawingml/2006/main">
            <a:r>
              <a:t>Основания и источники</a:t>
            </a:r>
          </a:p>
          <a:p xmlns:a="http://schemas.openxmlformats.org/drawingml/2006/main">
            <a:r>
              <a:t>ТЗ, разделы 2.1–2.2. Q&amp;A, раздел 5.</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Матрица раскрывает, что именно означает уровень. Пример для Backend иллюстративный: работа с SQL и API должна иметь наблюдаемые критерии. Для более высокого уровня проверяем более сложные умения, например оптимизацию запросов. Полную матрицу и пороги утверждаем после экспертной проверки. Кандидат выбирает уровень, а тест проверяет его по заранее заданной рубрике. Работодатель выбирает требования по этой же матрице. Спортивное достижение не присваивает профессиональный грейд. Неудачная попытка оставляет статус «не подтверждён» и возможность проверить уровень ниже. Правила повторной оценки требуется согласовать для полной версии продукта.</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2. Интервал 90 дней — предложение команды.</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Тест строится из матрицы: сначала задаём проверяемое умение, затем подбираем задания и критерии оценки. Например, умение составить JOIN проверяется задачей с известными условиями правильного ответа. Банк содержит проверенные варианты, а не случайно сгенерированные вопросы. Варианты должны проверять одинаковые умения с близкой сложностью. Результат раскрываем по навыкам и сохраняем версии заданий, ответы и рубрику. Эксперты разбирают спорные случаи. Контроль утечек и обновление банка необходимы, но полную защиту от списывания не обещаем.</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3. Исследование, разделы 6.3 и 9.</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достижения сохраняем источник, событие, дату, дисциплину и результат. Командное достижение показываем как командное, без приписывания человеку неизвестного личного вклада. В подборе эти сведения дополняют подтверждённый профиль внутри категории. Кандидат без истории ФСП остаётся полноценным участником платформы. Если источник недоступен, показываем статус проверки. В хакатонном MVP используем собственные демоданные и имитацию связи с FSP ID. Это демонстрация будущего контракта, а не готовая интеграция с реестром.</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4. Исследование, раздел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Работодатель задаёт требования к навыкам и уровням через открытую матрицу. Подбор сопоставляет их с подтверждениями кандидата и объясняет каждое совпадение и пробел. В синтетическом примере SQL подтверждён, а проектирование API требует дополнительной проверки. Заявленный Kubernetes показываем отдельно от проверенного. Достижения ФСП дополняют ранжирование внутри категории. Состав требований и правила подбора ещё предстоит проверить с экспертами.</a:t>
            </a:r>
          </a:p>
          <a:p xmlns:a="http://schemas.openxmlformats.org/drawingml/2006/main">
            <a:r>
              <a:t/>
            </a:r>
          </a:p>
          <a:p xmlns:a="http://schemas.openxmlformats.org/drawingml/2006/main">
            <a:r>
              <a:t>Основания и источники</a:t>
            </a:r>
          </a:p>
          <a:p xmlns:a="http://schemas.openxmlformats.org/drawingml/2006/main">
            <a:r>
              <a:t>ТЗ, функциональные требования к подбору. Пример профиля — синтетический.</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Покажем смысл адресного предложения на вымышленном примере. Компания ищет backend-разработчика для API и PostgreSQL. Кандидат сразу видит формат работы и вилку от ста восьмидесяти до двухсот двадцати тысяч рублей в месяц до вычета налогов. Название компании и способ связи входят в предложение. Принятие открывает контакты только этой компании. Отправка или просмотр приглашения доступа не дают. Так мы связываем инициативу работодателя с правом кандидата выбирать, с кем начинать разговор.</a:t>
            </a:r>
          </a:p>
          <a:p xmlns:a="http://schemas.openxmlformats.org/drawingml/2006/main">
            <a:r>
              <a:t/>
            </a:r>
          </a:p>
          <a:p xmlns:a="http://schemas.openxmlformats.org/drawingml/2006/main">
            <a:r>
              <a:t>Основания и источники</a:t>
            </a:r>
          </a:p>
          <a:p xmlns:a="http://schemas.openxmlformats.org/drawingml/2006/main">
            <a:r>
              <a:t>ТЗ, раздел 2.2. Компания, вакансия и вилка — демонстрационные данные.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Предлагаем анонимный профиль до согласия кандидата: компания видит релевантные навыки и подтверждения, но не имя, фото и контакты. Это правило должно действовать в интерфейсе, API и PDF. Свободный текст и вложения тоже могут раскрывать личность, поэтому их требуется очищать для анонимного просмотра. Полную неидентифицируемость по уникальным достижениям обещать нельзя. После принятия сервер открывает контакты только конкретной компании. Журнал сохраняет статус и причину отказа, если её указали. Система не должна выводить мотив отказа автоматически.</a:t>
            </a:r>
          </a:p>
          <a:p xmlns:a="http://schemas.openxmlformats.org/drawingml/2006/main">
            <a:r>
              <a:t/>
            </a:r>
          </a:p>
          <a:p xmlns:a="http://schemas.openxmlformats.org/drawingml/2006/main">
            <a:r>
              <a:t>Основания и источники</a:t>
            </a:r>
          </a:p>
          <a:p xmlns:a="http://schemas.openxmlformats.org/drawingml/2006/main">
            <a:r>
              <a:t>ТЗ, разделы 2.1–2.2. Q&amp;A, раздел 5. Исследование, раздел 9.</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Перед демонстрацией предупреждаем: видео иллюстрирует функциональный сценарий и удобство, его интерфейс и набор функций могут отличаться от текущего сайта. Для проверки реализации показываем сайт отдельно. Документы проекта подтверждают техническое демо с профилем, тестом и приглашением, но полный объём продукта шире. Демонстрационное серверное приложение использует Django и SQLite. Ранее предложенный стек React, FastAPI, PostgreSQL и Docker Compose был концептуальным вариантом, поэтому не выдаём его за устройство текущего демо. Открытая матрица, анонимность и соревнования компаний относятся к развитию. ФСП в демо имитируется.</a:t>
            </a:r>
          </a:p>
          <a:p xmlns:a="http://schemas.openxmlformats.org/drawingml/2006/main">
            <a:r>
              <a:t/>
            </a:r>
          </a:p>
          <a:p xmlns:a="http://schemas.openxmlformats.org/drawingml/2006/main">
            <a:r>
              <a:t>Основания и источники</a:t>
            </a:r>
          </a:p>
          <a:p xmlns:a="http://schemas.openxmlformats.org/drawingml/2006/main">
            <a:r>
              <a:t>ТЗ и Q&amp;A не фиксируют обязательный стек. Выбор стека — решение команды. Боевой контракт ФСП отсутствует.</a:t>
            </a:r>
          </a:p>
          <a:p xmlns:a="http://schemas.openxmlformats.org/drawingml/2006/main">
            <a:r>
              <a:t/>
            </a:r>
          </a:p>
          <a:p xmlns:a="http://schemas.openxmlformats.org/drawingml/2006/main">
            <a:r>
              <a:t>Новые голосовые 23:28–23:29 и письменное обсуждение: /Users/headmast/Documents/FSP/Docs/Новые замечания Джа — расшифровка и внесённые дополнения — 2026-10-11.txt.</a:t>
            </a:r>
          </a:p>
          <a:p xmlns:a="http://schemas.openxmlformats.org/drawingml/2006/main">
            <a:r>
              <a:t/>
            </a:r>
          </a:p>
          <a:p xmlns:a="http://schemas.openxmlformats.org/drawingml/2006/main">
            <a:r>
              <a:t/>
            </a:r>
          </a:p>
          <a:p xmlns:a="http://schemas.openxmlformats.org/drawingml/2006/main">
            <a:r>
              <a:t>Документы текущего демо: StaticSite/FSP/README.md, StaticSite/FSP/doc/delivery/mvp-release.md и StaticSite/FSP/doc/qa/scope-audit.md. Свежая проверка публичного релиза в этом раунде не выполнялась.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Соревнования решают две разные задачи. Первая — выявлять узкие компетенции в конкретном треке. Вторая — стимулировать практическое освоение новых или малоизвестных технологий под будущие потребности компании. Например, компания планирует использовать новую СУБД и предлагает конкурс на её основе. Участники изучают инструмент и решают прикладную задачу. Работодатель получает решения и может пригласить тех, кто справился. Пример вымышленный: Яндекс из голосового не означает партнёрство. Результат конкурса хранится отдельно и не присваивает профессиональный грейд автоматически. Участие добровольное. Влияние на скорость освоения технологий и затраты на обучение предстоит измерить. Поиск кандидатов и тесты есть у аналогов из исследования. Наша ставка — соединить общую матрицу с такой практикой и объяснимым наймом.</a:t>
            </a:r>
          </a:p>
          <a:p xmlns:a="http://schemas.openxmlformats.org/drawingml/2006/main">
            <a:r>
              <a:t/>
            </a:r>
          </a:p>
          <a:p xmlns:a="http://schemas.openxmlformats.org/drawingml/2006/main">
            <a:r>
              <a:t>Основания и источники</a:t>
            </a:r>
          </a:p>
          <a:p xmlns:a="http://schemas.openxmlformats.org/drawingml/2006/main">
            <a:r>
              <a:t>[Хабр Карьера — поиск специалистов](https://career.habr.com/info/resumes_search).</a:t>
            </a:r>
          </a:p>
          <a:p xmlns:a="http://schemas.openxmlformats.org/drawingml/2006/main">
            <a:r>
              <a:t/>
            </a:r>
          </a:p>
          <a:p xmlns:a="http://schemas.openxmlformats.org/drawingml/2006/main">
            <a:r>
              <a:t>[getmatch — работодателю](https://getmatch.ru/companies).</a:t>
            </a:r>
          </a:p>
          <a:p xmlns:a="http://schemas.openxmlformats.org/drawingml/2006/main">
            <a:r>
              <a:t/>
            </a:r>
          </a:p>
          <a:p xmlns:a="http://schemas.openxmlformats.org/drawingml/2006/main">
            <a:r>
              <a:t>[HackerRank Certified Assessments](https://support.hackerrank.com/articles/1649328687-hackerrank-certified-assessments).</a:t>
            </a:r>
          </a:p>
          <a:p xmlns:a="http://schemas.openxmlformats.org/drawingml/2006/main">
            <a:r>
              <a:t/>
            </a:r>
          </a:p>
          <a:p xmlns:a="http://schemas.openxmlformats.org/drawingml/2006/main">
            <a:r>
              <a:t>Официальные страницы проверены 11.10.2026. Свойство сервисов не доказывает эффективность нашего решения.</a:t>
            </a:r>
          </a:p>
          <a:p xmlns:a="http://schemas.openxmlformats.org/drawingml/2006/main">
            <a:r>
              <a:t/>
            </a:r>
          </a:p>
          <a:p xmlns:a="http://schemas.openxmlformats.org/drawingml/2006/main">
            <a:r>
              <a:t>Новые голосовые 23:28–23:29 и письменное обсуждение: /Users/headmast/Documents/FSP/Docs/Новые замечания Джа — расшифровка и внесённые дополнения — 2026-10-11.txt.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центре проверки — качество матрицы. Эксперты должны одинаково понимать навыки и границы уровней. Проверяем соответствие каждой задачи критерию матрицы и сопоставимость вариантов. На пограничных ответах сравниваем оценки экспертов и рубрики. Затем проверяем подбор на размеченных парах вакансий и кандидатов: Precision@5, ошибки обязательных требований и понятность объяснений. Отдельно проверяем анонимность до принятия приглашения. Если показываем процент совпадения, раскрываем требования, веса и непроверенные навыки. Этот процент означает покрытие требований, а не вероятность успешного найма. Это план проверки. Численных результатов матрицы и эффективности найма пока нет.</a:t>
            </a:r>
          </a:p>
          <a:p xmlns:a="http://schemas.openxmlformats.org/drawingml/2006/main">
            <a:r>
              <a:t/>
            </a:r>
          </a:p>
          <a:p xmlns:a="http://schemas.openxmlformats.org/drawingml/2006/main">
            <a:r>
              <a:t>Основания и источники</a:t>
            </a:r>
          </a:p>
          <a:p xmlns:a="http://schemas.openxmlformats.org/drawingml/2006/main">
            <a:r>
              <a:t>ТЗ, требование собственной валидации. Исследование, раздел 9. Все метрики — план измерения.</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Пилот проверит пользу для обеих сторон. Сравниваем поиск на одном пуле и одинаковых требованиях: долю подходящих профилей, время HR до контакта и стоимость такого контакта. Отдельный эксперимент с конкурсами проверит, помогает ли практическая задача освоить нужный стек и найти специалистов под будущие потребности. Оценка узких навыков и освоение новых технологий — разные результаты, поэтому измеряем их отдельно. Гипотеза выручки — подписка работодателя на подбор и командную работу. Не обещаем уменьшение численности HR, фонда оплаты труда или расходов на обучение без данных. Размер первого пилота — предложение команды. Договорённости и тарифы ещё не подтверждены.</a:t>
            </a:r>
          </a:p>
          <a:p xmlns:a="http://schemas.openxmlformats.org/drawingml/2006/main">
            <a:r>
              <a:t/>
            </a:r>
          </a:p>
          <a:p xmlns:a="http://schemas.openxmlformats.org/drawingml/2006/main">
            <a:r>
              <a:t>Основания и источники</a:t>
            </a:r>
          </a:p>
          <a:p xmlns:a="http://schemas.openxmlformats.org/drawingml/2006/main">
            <a:r>
              <a:t>ТЗ, целевой сценарий. Стратегия команды и исследование, раздел 7. Размер пилота и модель выручки — гипотезы.</a:t>
            </a:r>
          </a:p>
          <a:p xmlns:a="http://schemas.openxmlformats.org/drawingml/2006/main">
            <a:r>
              <a:t/>
            </a:r>
          </a:p>
          <a:p xmlns:a="http://schemas.openxmlformats.org/drawingml/2006/main">
            <a:r>
              <a:t>Новые голосовые 23:28–23:29 и письменное обсуждение: /Users/headmast/Documents/FSP/Docs/Новые замечания Джа — расшифровка и внесённые дополнения — 2026-10-11.txt.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План разделён на этапы. В P0 собираем завершённый сценарий MVP и проверяем его на собственных данных. Текущий демо-охват — iOS/Swift Junior/Middle, а Backend/Frontend рассматриваем как расширение. Вместе с продуктом готовим результаты валидации и инструкцию запуска. P1 — ограниченный пилот с измерением поведения обеих сторон. Здесь же проверяем принятие свидетельства работодателем. P2 зависит от результатов пилота и доступности интеграций. Соревнования компаний добавляем после ядра: отдельно проверяем узкие навыки и практику новых технологий под будущие потребности работодателя. Сохраняем отдельный источник результата. ATS подключаем позже. Сроки не выдумываем: порядок работ важнее неподтверждённого календаря.</a:t>
            </a:r>
          </a:p>
          <a:p xmlns:a="http://schemas.openxmlformats.org/drawingml/2006/main">
            <a:r>
              <a:t/>
            </a:r>
          </a:p>
          <a:p xmlns:a="http://schemas.openxmlformats.org/drawingml/2006/main">
            <a:r>
              <a:t>Основания и источники</a:t>
            </a:r>
          </a:p>
          <a:p xmlns:a="http://schemas.openxmlformats.org/drawingml/2006/main">
            <a:r>
              <a:t>ТЗ, Q&amp;A, уточнение XLSX WA.1 в исследовании, раздел 2.2. Очерёдность — предложение команды.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Специфика решения — единая открытая матрица для требований и подтверждений, а также соревнования под будущие задачи компаний. Мы хотим, чтобы первый разговор начинался с понятных оснований. Кандидат показывает навыки с известным способом подтверждения. Компания заранее сообщает задачи и условия. Каждая сторона видит, на чём основан подбор, и принимает собственное решение. Техническое демо уже показывает часть пути от теста до приглашения. Полную матрицу, анонимность и конкурсы ещё предстоит реализовать и проверить. После этого проверим главную гипотезу: помогает ли такой процесс быстрее прийти к взаимно подходящему разговору.</a:t>
            </a:r>
          </a:p>
          <a:p xmlns:a="http://schemas.openxmlformats.org/drawingml/2006/main">
            <a:r>
              <a:t/>
            </a:r>
          </a:p>
          <a:p xmlns:a="http://schemas.openxmlformats.org/drawingml/2006/main">
            <a:r>
              <a:t>Основания и источники</a:t>
            </a:r>
          </a:p>
          <a:p xmlns:a="http://schemas.openxmlformats.org/drawingml/2006/main">
            <a:r>
              <a:t>Продуктовая цель команды. Эффект требует проверки в пилоте.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7387c315b54b65" /><Relationship Type="http://schemas.openxmlformats.org/officeDocument/2006/relationships/image" Target="/ppt/media/image2.png" Id="R2d341d11d0a54c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14f71aeb8642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bac0f5474954ee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2f5c5600d847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ffd338e9f44d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4cdaf694b846f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821296388c249f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aa887a1cc5547a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4ddda5ead5e477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93912c3fc1e448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47a8d5dd8c94bed"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91befc48f80446c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8a21f66ebb0640fb"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5ef55606e2ba4a75"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98b9b4160b7f4bfa"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f9e9681463ab4620"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d08cf88d24474966"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ac5f5245cc57498b"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2ef9a0a7cab94866"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6fadcf06bcc94df3"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3f2420c353b945c6"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6b48783b11e247c5"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a5e970e8d1f8436a" /></Relationships>
</file>

<file path=ppt/slideLayouts/slideLayout1.xml><?xml version="1.0" encoding="utf-8"?>
<p:sldLayout xmlns:p="http://schemas.openxmlformats.org/presentationml/2006/main" preserve="1" userDrawn="1">
  <p:cSld name="Титульный слайд">
    <p:bg>
      <p:bgPr>
        <a:blipFill xmlns:a="http://schemas.openxmlformats.org/drawingml/2006/main" rotWithShape="1">
          <a:blip xmlns:r="http://schemas.openxmlformats.org/officeDocument/2006/relationships" r:embed="R2d341d11d0a54c52">
            <a:lum/>
          </a:blip>
          <a:srcRect l="0" t="0" r="0" b="0"/>
          <a:stretch>
            <a:fillRect l="0" t="0" r="0" b="0"/>
          </a:stretch>
        </a:blipFill>
      </p:bgPr>
    </p:bg>
    <p:spTree>
      <p:nvGrpSpPr>
        <p:cNvPr id="1" name=""/>
        <p:cNvGrpSpPr/>
        <p:nvPr/>
      </p:nvGrpSpPr>
      <p:grpSpPr>
        <a:xfrm xmlns:a="http://schemas.openxmlformats.org/drawingml/2006/main"/>
      </p:grpSpPr>
      <p:sp>
        <p:nvSpPr>
          <p:cNvPr id="11" name="Рисунок 10">
            <a:extLst xmlns:a="http://schemas.openxmlformats.org/drawingml/2006/main">
              <a:ext uri="{FF2B5EF4-FFF2-40B4-BE49-F238E27FC236}">
                <a16:creationId xmlns:a16="http://schemas.microsoft.com/office/drawing/2014/main" id="{DB9898DE-D265-4051-B751-CA3C0058CECA}"/>
              </a:ext>
            </a:extLst>
          </p:cNvPr>
          <p:cNvSpPr>
            <a:spLocks xmlns:a="http://schemas.openxmlformats.org/drawingml/2006/main" noGrp="1"/>
          </p:cNvSpPr>
          <p:nvPr>
            <p:ph type="pic" idx="10" hasCustomPrompt="1"/>
          </p:nvPr>
        </p:nvSpPr>
        <p:spPr>
          <a:xfrm xmlns:a="http://schemas.openxmlformats.org/drawingml/2006/main">
            <a:off x="6792000" y="395288"/>
            <a:ext cx="5400000" cy="5400000"/>
          </a:xfrm>
        </p:spPr>
        <p:txBody>
          <a:bodyPr xmlns:a="http://schemas.openxmlformats.org/drawingml/2006/main" anchor="ctr"/>
          <a:lstStyle xmlns:a="http://schemas.openxmlformats.org/drawingml/2006/main">
            <a:lvl1pPr>
              <a:buNone/>
              <a:defRPr/>
            </a:lvl1pPr>
          </a:lstStyle>
          <a:p xmlns:a="http://schemas.openxmlformats.org/drawingml/2006/main">
            <a:r>
              <a:t>Иконка задачи</a:t>
            </a:r>
          </a:p>
        </p:txBody>
      </p:sp>
      <p:sp>
        <p:nvSpPr>
          <p:cNvPr id="2" name="Заголовок 1">
            <a:extLst xmlns:a="http://schemas.openxmlformats.org/drawingml/2006/main">
              <a:ext uri="{FF2B5EF4-FFF2-40B4-BE49-F238E27FC236}">
                <a16:creationId xmlns:a16="http://schemas.microsoft.com/office/drawing/2014/main" id="{BDEF1F2D-30AB-40F9-9975-F952E50B7FCA}"/>
              </a:ext>
            </a:extLst>
          </p:cNvPr>
          <p:cNvSpPr>
            <a:spLocks xmlns:a="http://schemas.openxmlformats.org/drawingml/2006/main" noGrp="1"/>
          </p:cNvSpPr>
          <p:nvPr>
            <p:ph type="ctrTitle" idx="0" hasCustomPrompt="1"/>
          </p:nvPr>
        </p:nvSpPr>
        <p:spPr>
          <a:xfrm xmlns:a="http://schemas.openxmlformats.org/drawingml/2006/main">
            <a:off x="0" y="4323440"/>
            <a:ext cx="8930641" cy="827011"/>
          </a:xfrm>
          <a:prstGeom xmlns:a="http://schemas.openxmlformats.org/drawingml/2006/main" prst="rect">
            <a:avLst/>
          </a:prstGeom>
          <a:noFill xmlns:a="http://schemas.openxmlformats.org/drawingml/2006/main"/>
        </p:spPr>
        <p:txBody>
          <a:bodyPr xmlns:a="http://schemas.openxmlformats.org/drawingml/2006/main" anchor="ctr"/>
          <a:lstStyle xmlns:a="http://schemas.openxmlformats.org/drawingml/2006/main">
            <a:lvl1pPr marL="0" indent="712788" algn="l">
              <a:buNone/>
              <a:defRPr sz="2800">
                <a:solidFill>
                  <a:schemeClr val="bg1">
                    <a:lumMod val="95000"/>
                  </a:schemeClr>
                </a:solidFill>
              </a:defRPr>
            </a:lvl1pPr>
          </a:lstStyle>
          <a:p xmlns:a="http://schemas.openxmlformats.org/drawingml/2006/main">
            <a:r>
              <a:t>НАЗВАНИЕ КОМАНДЫ</a:t>
            </a:r>
          </a:p>
        </p:txBody>
      </p:sp>
      <p:sp>
        <p:nvSpPr>
          <p:cNvPr id="42" name="Рисунок 41">
            <a:extLst xmlns:a="http://schemas.openxmlformats.org/drawingml/2006/main">
              <a:ext uri="{FF2B5EF4-FFF2-40B4-BE49-F238E27FC236}">
                <a16:creationId xmlns:a16="http://schemas.microsoft.com/office/drawing/2014/main" id="{37DC0E9B-2679-408D-851C-F21F4ACC673A}"/>
              </a:ext>
            </a:extLst>
          </p:cNvPr>
          <p:cNvSpPr>
            <a:spLocks xmlns:a="http://schemas.openxmlformats.org/drawingml/2006/main" noGrp="1"/>
          </p:cNvSpPr>
          <p:nvPr>
            <p:ph type="pic" idx="11" hasCustomPrompt="1"/>
          </p:nvPr>
        </p:nvSpPr>
        <p:spPr>
          <a:xfrm xmlns:a="http://schemas.openxmlformats.org/drawingml/2006/main">
            <a:off x="802640" y="2911980"/>
            <a:ext cx="3386773" cy="1082589"/>
          </a:xfrm>
        </p:spPr>
        <p:txBody>
          <a:bodyPr xmlns:a="http://schemas.openxmlformats.org/drawingml/2006/main" anchor="ctr"/>
          <a:lstStyle xmlns:a="http://schemas.openxmlformats.org/drawingml/2006/main">
            <a:lvl1pPr>
              <a:buNone/>
              <a:defRPr/>
            </a:lvl1pPr>
          </a:lstStyle>
          <a:p xmlns:a="http://schemas.openxmlformats.org/drawingml/2006/main">
            <a:r>
              <a:t>Логотип/логотипы постановщика задачи</a:t>
            </a:r>
          </a:p>
        </p:txBody>
      </p:sp>
      <p:sp>
        <p:nvSpPr>
          <p:cNvPr id="5" name="Текст 4">
            <a:extLst xmlns:a="http://schemas.openxmlformats.org/drawingml/2006/main">
              <a:ext uri="{FF2B5EF4-FFF2-40B4-BE49-F238E27FC236}">
                <a16:creationId xmlns:a16="http://schemas.microsoft.com/office/drawing/2014/main" id="{93F843A1-4640-4AAD-9DA4-206FA9FF2A48}"/>
              </a:ext>
            </a:extLst>
          </p:cNvPr>
          <p:cNvSpPr>
            <a:spLocks xmlns:a="http://schemas.openxmlformats.org/drawingml/2006/main" noGrp="1"/>
          </p:cNvSpPr>
          <p:nvPr>
            <p:ph type="body" idx="12" hasCustomPrompt="1"/>
          </p:nvPr>
        </p:nvSpPr>
        <p:spPr>
          <a:xfrm xmlns:a="http://schemas.openxmlformats.org/drawingml/2006/main">
            <a:off x="0" y="5149851"/>
            <a:ext cx="8930641" cy="757174"/>
          </a:xfrm>
          <a:prstGeom xmlns:a="http://schemas.openxmlformats.org/drawingml/2006/main" prst="rect">
            <a:avLst/>
          </a:prstGeom>
          <a:noFill xmlns:a="http://schemas.openxmlformats.org/drawingml/2006/main"/>
        </p:spPr>
        <p:txBody>
          <a:bodyPr xmlns:a="http://schemas.openxmlformats.org/drawingml/2006/main">
            <a:normAutofit/>
          </a:bodyPr>
          <a:lstStyle xmlns:a="http://schemas.openxmlformats.org/drawingml/2006/main">
            <a:lvl1pPr marL="0" indent="712788">
              <a:buNone/>
              <a:defRPr sz="1800"/>
            </a:lvl1pPr>
          </a:lstStyle>
          <a:p xmlns:a="http://schemas.openxmlformats.org/drawingml/2006/main">
            <a:r>
              <a:rPr sz="1600" b="0"/>
              <a:t>Номер и название задачи</a:t>
            </a:r>
          </a:p>
        </p:txBody>
      </p:sp>
    </p:spTree>
  </p:cSld>
</p:sldLayout>
</file>

<file path=ppt/slideLayouts/slideLayout2.xml><?xml version="1.0" encoding="utf-8"?>
<p:sldLayout xmlns:p="http://schemas.openxmlformats.org/presentationml/2006/main" preserve="1" userDrawn="1">
  <p:cSld name="1_Описание команды">
    <p:spTree>
      <p:nvGrpSpPr>
        <p:cNvPr id="1" name=""/>
        <p:cNvGrpSpPr/>
        <p:nvPr/>
      </p:nvGrpSpPr>
      <p:grpSpPr>
        <a:xfrm xmlns:a="http://schemas.openxmlformats.org/drawingml/2006/main"/>
      </p:grpSpPr>
      <p:sp>
        <p:nvSpPr>
          <p:cNvPr id="11" name="Рисунок 10">
            <a:extLst xmlns:a="http://schemas.openxmlformats.org/drawingml/2006/main">
              <a:ext uri="{FF2B5EF4-FFF2-40B4-BE49-F238E27FC236}">
                <a16:creationId xmlns:a16="http://schemas.microsoft.com/office/drawing/2014/main" id="{DB9898DE-D265-4051-B751-CA3C0058CECA}"/>
              </a:ext>
            </a:extLst>
          </p:cNvPr>
          <p:cNvSpPr>
            <a:spLocks xmlns:a="http://schemas.openxmlformats.org/drawingml/2006/main" noGrp="1"/>
          </p:cNvSpPr>
          <p:nvPr>
            <p:ph type="pic" idx="10" hasCustomPrompt="1"/>
          </p:nvPr>
        </p:nvSpPr>
        <p:spPr>
          <a:xfrm xmlns:a="http://schemas.openxmlformats.org/drawingml/2006/main">
            <a:off x="6894095" y="1044081"/>
            <a:ext cx="4962943" cy="2221824"/>
          </a:xfrm>
        </p:spPr>
        <p:txBody>
          <a:bodyPr xmlns:a="http://schemas.openxmlformats.org/drawingml/2006/main" anchor="ctr"/>
          <a:lstStyle xmlns:a="http://schemas.openxmlformats.org/drawingml/2006/main">
            <a:lvl1pPr>
              <a:buNone/>
              <a:defRPr/>
            </a:lvl1pPr>
          </a:lstStyle>
          <a:p xmlns:a="http://schemas.openxmlformats.org/drawingml/2006/main">
            <a:r>
              <a:t>Фото команды</a:t>
            </a:r>
          </a:p>
        </p:txBody>
      </p:sp>
      <p:sp>
        <p:nvSpPr>
          <p:cNvPr id="2" name="Заголовок 1">
            <a:extLst xmlns:a="http://schemas.openxmlformats.org/drawingml/2006/main">
              <a:ext uri="{FF2B5EF4-FFF2-40B4-BE49-F238E27FC236}">
                <a16:creationId xmlns:a16="http://schemas.microsoft.com/office/drawing/2014/main" id="{D1CA6654-BEE5-24C9-BC9D-BB6D2E0BEFAC}"/>
              </a:ext>
            </a:extLst>
          </p:cNvPr>
          <p:cNvSpPr>
            <a:spLocks xmlns:a="http://schemas.openxmlformats.org/drawingml/2006/main" noGrp="1"/>
          </p:cNvSpPr>
          <p:nvPr>
            <p:ph type="title" idx="0" hasCustomPrompt="1"/>
          </p:nvPr>
        </p:nvSpPr>
        <p:spPr>
          <a:xfrm xmlns:a="http://schemas.openxmlformats.org/drawingml/2006/main">
            <a:off x="346075" y="395288"/>
            <a:ext cx="11244772"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lvl1pPr>
          </a:lstStyle>
          <a:p xmlns:a="http://schemas.openxmlformats.org/drawingml/2006/main">
            <a:r>
              <a:t>КОМАНДА «НАЗВАНИЕ»</a:t>
            </a:r>
          </a:p>
        </p:txBody>
      </p:sp>
    </p:spTree>
  </p:cSld>
</p:sldLayout>
</file>

<file path=ppt/slideLayouts/slideLayout3.xml><?xml version="1.0" encoding="utf-8"?>
<p:sldLayout xmlns:p="http://schemas.openxmlformats.org/presentationml/2006/main" preserve="1" userDrawn="1">
  <p:cSld name="Команд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67EB9651-F031-4963-AFE9-33BCC0E88757}"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45" name="Заголовок 1">
            <a:extLst xmlns:a="http://schemas.openxmlformats.org/drawingml/2006/main">
              <a:ext uri="{FF2B5EF4-FFF2-40B4-BE49-F238E27FC236}">
                <a16:creationId xmlns:a16="http://schemas.microsoft.com/office/drawing/2014/main" id="{DD9DB7EE-83C4-47FA-86C2-BDA70A053156}"/>
              </a:ext>
            </a:extLst>
          </p:cNvPr>
          <p:cNvSpPr>
            <a:spLocks xmlns:a="http://schemas.openxmlformats.org/drawingml/2006/main" noGrp="1"/>
          </p:cNvSpPr>
          <p:nvPr>
            <p:ph type="title" idx="0" hasCustomPrompt="1"/>
          </p:nvPr>
        </p:nvSpPr>
        <p:spPr>
          <a:xfrm xmlns:a="http://schemas.openxmlformats.org/drawingml/2006/main">
            <a:off x="346075" y="395288"/>
            <a:ext cx="11244772"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lvl1pPr>
          </a:lstStyle>
          <a:p xmlns:a="http://schemas.openxmlformats.org/drawingml/2006/main">
            <a:r>
              <a:t>КОМАНДА «НАЗВАНИЕ»</a:t>
            </a:r>
          </a:p>
        </p:txBody>
      </p:sp>
      <p:sp>
        <p:nvSpPr>
          <p:cNvPr id="47" name="Текст 35">
            <a:extLst xmlns:a="http://schemas.openxmlformats.org/drawingml/2006/main">
              <a:ext uri="{FF2B5EF4-FFF2-40B4-BE49-F238E27FC236}">
                <a16:creationId xmlns:a16="http://schemas.microsoft.com/office/drawing/2014/main" id="{FACA3955-006D-424E-AF29-FC0EE3BE8601}"/>
              </a:ext>
            </a:extLst>
          </p:cNvPr>
          <p:cNvSpPr>
            <a:spLocks xmlns:a="http://schemas.openxmlformats.org/drawingml/2006/main" noGrp="1"/>
          </p:cNvSpPr>
          <p:nvPr>
            <p:ph type="body" idx="27" hasCustomPrompt="1"/>
          </p:nvPr>
        </p:nvSpPr>
        <p:spPr>
          <a:xfrm xmlns:a="http://schemas.openxmlformats.org/drawingml/2006/main">
            <a:off x="806323"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49" name="Текст 35">
            <a:extLst xmlns:a="http://schemas.openxmlformats.org/drawingml/2006/main">
              <a:ext uri="{FF2B5EF4-FFF2-40B4-BE49-F238E27FC236}">
                <a16:creationId xmlns:a16="http://schemas.microsoft.com/office/drawing/2014/main" id="{D134429E-1F41-4952-92F7-E1A3625ABBD9}"/>
              </a:ext>
            </a:extLst>
          </p:cNvPr>
          <p:cNvSpPr>
            <a:spLocks xmlns:a="http://schemas.openxmlformats.org/drawingml/2006/main" noGrp="1"/>
          </p:cNvSpPr>
          <p:nvPr>
            <p:ph type="body" idx="33" hasCustomPrompt="1"/>
          </p:nvPr>
        </p:nvSpPr>
        <p:spPr>
          <a:xfrm xmlns:a="http://schemas.openxmlformats.org/drawingml/2006/main">
            <a:off x="3014568"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1" name="Текст 35">
            <a:extLst xmlns:a="http://schemas.openxmlformats.org/drawingml/2006/main">
              <a:ext uri="{FF2B5EF4-FFF2-40B4-BE49-F238E27FC236}">
                <a16:creationId xmlns:a16="http://schemas.microsoft.com/office/drawing/2014/main" id="{62B71317-1166-483E-8736-3204197AE648}"/>
              </a:ext>
            </a:extLst>
          </p:cNvPr>
          <p:cNvSpPr>
            <a:spLocks xmlns:a="http://schemas.openxmlformats.org/drawingml/2006/main" noGrp="1"/>
          </p:cNvSpPr>
          <p:nvPr>
            <p:ph type="body" idx="35" hasCustomPrompt="1"/>
          </p:nvPr>
        </p:nvSpPr>
        <p:spPr>
          <a:xfrm xmlns:a="http://schemas.openxmlformats.org/drawingml/2006/main">
            <a:off x="5191192"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3" name="Текст 35">
            <a:extLst xmlns:a="http://schemas.openxmlformats.org/drawingml/2006/main">
              <a:ext uri="{FF2B5EF4-FFF2-40B4-BE49-F238E27FC236}">
                <a16:creationId xmlns:a16="http://schemas.microsoft.com/office/drawing/2014/main" id="{FE441C73-4DA4-470D-B9C8-52D6075710B5}"/>
              </a:ext>
            </a:extLst>
          </p:cNvPr>
          <p:cNvSpPr>
            <a:spLocks xmlns:a="http://schemas.openxmlformats.org/drawingml/2006/main" noGrp="1"/>
          </p:cNvSpPr>
          <p:nvPr>
            <p:ph type="body" idx="37" hasCustomPrompt="1"/>
          </p:nvPr>
        </p:nvSpPr>
        <p:spPr>
          <a:xfrm xmlns:a="http://schemas.openxmlformats.org/drawingml/2006/main">
            <a:off x="7366644"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5" name="Текст 35">
            <a:extLst xmlns:a="http://schemas.openxmlformats.org/drawingml/2006/main">
              <a:ext uri="{FF2B5EF4-FFF2-40B4-BE49-F238E27FC236}">
                <a16:creationId xmlns:a16="http://schemas.microsoft.com/office/drawing/2014/main" id="{8792BADF-06A6-41F5-BB39-A425B78E145D}"/>
              </a:ext>
            </a:extLst>
          </p:cNvPr>
          <p:cNvSpPr>
            <a:spLocks xmlns:a="http://schemas.openxmlformats.org/drawingml/2006/main" noGrp="1"/>
          </p:cNvSpPr>
          <p:nvPr>
            <p:ph type="body" idx="39" hasCustomPrompt="1"/>
          </p:nvPr>
        </p:nvSpPr>
        <p:spPr>
          <a:xfrm xmlns:a="http://schemas.openxmlformats.org/drawingml/2006/main">
            <a:off x="9542096"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Tree>
  </p:cSld>
</p:sldLayout>
</file>

<file path=ppt/slideLayouts/slideLayout4.xml><?xml version="1.0" encoding="utf-8"?>
<p:sldLayout xmlns:p="http://schemas.openxmlformats.org/presentationml/2006/main" preserve="1" userDrawn="1">
  <p:cSld name="Пустой с заголовком">
    <p:spTree>
      <p:nvGrpSpPr>
        <p:cNvPr id="1" name=""/>
        <p:cNvGrpSpPr/>
        <p:nvPr/>
      </p:nvGrpSpPr>
      <p:grpSpPr>
        <a:xfrm xmlns:a="http://schemas.openxmlformats.org/drawingml/2006/main"/>
      </p:grpSpPr>
      <p:sp>
        <p:nvSpPr>
          <p:cNvPr id="9" name="Дата 3">
            <a:extLst xmlns:a="http://schemas.openxmlformats.org/drawingml/2006/main">
              <a:ext uri="{FF2B5EF4-FFF2-40B4-BE49-F238E27FC236}">
                <a16:creationId xmlns:a16="http://schemas.microsoft.com/office/drawing/2014/main" id="{1BE2B7EA-895D-4C57-B021-3ADF48C59837}"/>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1021F813-DBA1-42EC-A748-A9CC16659E6B}" type="datetime1">
              <a:t>02.10.2026</a:t>
            </a:fld>
            <a:endParaRPr/>
          </a:p>
        </p:txBody>
      </p:sp>
      <p:sp>
        <p:nvSpPr>
          <p:cNvPr id="10" name="Нижний колонтитул 4">
            <a:extLst xmlns:a="http://schemas.openxmlformats.org/drawingml/2006/main">
              <a:ext uri="{FF2B5EF4-FFF2-40B4-BE49-F238E27FC236}">
                <a16:creationId xmlns:a16="http://schemas.microsoft.com/office/drawing/2014/main" id="{8A502BD2-9512-4029-B654-E898F0583F06}"/>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1" name="Номер слайда 5">
            <a:extLst xmlns:a="http://schemas.openxmlformats.org/drawingml/2006/main">
              <a:ext uri="{FF2B5EF4-FFF2-40B4-BE49-F238E27FC236}">
                <a16:creationId xmlns:a16="http://schemas.microsoft.com/office/drawing/2014/main" id="{E6724899-9B39-4945-8292-0304D1DFF6A6}"/>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5.xml><?xml version="1.0" encoding="utf-8"?>
<p:sldLayout xmlns:p="http://schemas.openxmlformats.org/presentationml/2006/main" preserve="1" userDrawn="1">
  <p:cSld name="Заголовок и объект">
    <p:spTree>
      <p:nvGrpSpPr>
        <p:cNvPr id="1" name=""/>
        <p:cNvGrpSpPr/>
        <p:nvPr/>
      </p:nvGrpSpPr>
      <p:grpSpPr>
        <a:xfrm xmlns:a="http://schemas.openxmlformats.org/drawingml/2006/main"/>
      </p:grpSpPr>
      <p:sp>
        <p:nvSpPr>
          <p:cNvPr id="20" name="Текст 2">
            <a:extLst xmlns:a="http://schemas.openxmlformats.org/drawingml/2006/main">
              <a:ext uri="{FF2B5EF4-FFF2-40B4-BE49-F238E27FC236}">
                <a16:creationId xmlns:a16="http://schemas.microsoft.com/office/drawing/2014/main" id="{35915C91-9468-44E0-9A6A-47C151E1C596}"/>
              </a:ext>
            </a:extLst>
          </p:cNvPr>
          <p:cNvSpPr>
            <a:spLocks xmlns:a="http://schemas.openxmlformats.org/drawingml/2006/main" noGrp="1"/>
          </p:cNvSpPr>
          <p:nvPr>
            <p:ph idx="1"/>
          </p:nvPr>
        </p:nvSpPr>
        <p:spPr>
          <a:xfrm xmlns:a="http://schemas.openxmlformats.org/drawingml/2006/main">
            <a:off x="315392" y="1016177"/>
            <a:ext cx="11561229" cy="516079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lvl1pPr>
              <a:buNone/>
              <a:defRPr>
                <a:solidFill>
                  <a:schemeClr val="bg1">
                    <a:lumMod val="95000"/>
                  </a:schemeClr>
                </a:solidFill>
              </a:defRPr>
            </a:lvl1pPr>
            <a:lvl2pPr>
              <a:buNone/>
              <a:defRPr>
                <a:solidFill>
                  <a:schemeClr val="bg1">
                    <a:lumMod val="95000"/>
                  </a:schemeClr>
                </a:solidFill>
              </a:defRPr>
            </a:lvl2pPr>
            <a:lvl3pPr>
              <a:buNone/>
              <a:defRPr>
                <a:solidFill>
                  <a:schemeClr val="bg1">
                    <a:lumMod val="95000"/>
                  </a:schemeClr>
                </a:solidFill>
              </a:defRPr>
            </a:lvl3pPr>
            <a:lvl4pPr>
              <a:buNone/>
              <a:defRPr>
                <a:solidFill>
                  <a:schemeClr val="bg1">
                    <a:lumMod val="95000"/>
                  </a:schemeClr>
                </a:solidFill>
              </a:defRPr>
            </a:lvl4pPr>
            <a:lvl5pPr>
              <a:buNone/>
              <a:defRPr>
                <a:solidFill>
                  <a:schemeClr val="bg1">
                    <a:lumMod val="95000"/>
                  </a:schemeClr>
                </a:solidFill>
              </a:defRPr>
            </a:lvl5pPr>
          </a:lstStyle>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1" name="Дата 3">
            <a:extLst xmlns:a="http://schemas.openxmlformats.org/drawingml/2006/main">
              <a:ext uri="{FF2B5EF4-FFF2-40B4-BE49-F238E27FC236}">
                <a16:creationId xmlns:a16="http://schemas.microsoft.com/office/drawing/2014/main" id="{6043336A-E468-4FC7-B11B-D72F244391A9}"/>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7DE2642A-6018-4CC1-81AB-5FD8D2782D4F}" type="datetime1">
              <a:t>02.10.2026</a:t>
            </a:fld>
            <a:endParaRPr/>
          </a:p>
        </p:txBody>
      </p:sp>
      <p:sp>
        <p:nvSpPr>
          <p:cNvPr id="22" name="Нижний колонтитул 4">
            <a:extLst xmlns:a="http://schemas.openxmlformats.org/drawingml/2006/main">
              <a:ext uri="{FF2B5EF4-FFF2-40B4-BE49-F238E27FC236}">
                <a16:creationId xmlns:a16="http://schemas.microsoft.com/office/drawing/2014/main" id="{49E78A2F-D265-4D7D-BF63-75BF9ACF92A0}"/>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23" name="Номер слайда 5">
            <a:extLst xmlns:a="http://schemas.openxmlformats.org/drawingml/2006/main">
              <a:ext uri="{FF2B5EF4-FFF2-40B4-BE49-F238E27FC236}">
                <a16:creationId xmlns:a16="http://schemas.microsoft.com/office/drawing/2014/main" id="{25A0EB89-1F02-40E6-9D89-EAA34874BF0D}"/>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4" name="Заголовок 1">
            <a:extLst xmlns:a="http://schemas.openxmlformats.org/drawingml/2006/main">
              <a:ext uri="{FF2B5EF4-FFF2-40B4-BE49-F238E27FC236}">
                <a16:creationId xmlns:a16="http://schemas.microsoft.com/office/drawing/2014/main" id="{D3BCB09B-B5ED-4308-BCBC-7DB6BF7E0D1C}"/>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solidFill>
                  <a:schemeClr val="bg1">
                    <a:lumMod val="95000"/>
                  </a:schemeClr>
                </a:solidFill>
              </a:defRPr>
            </a:lvl1pPr>
          </a:lstStyle>
          <a:p xmlns:a="http://schemas.openxmlformats.org/drawingml/2006/main">
            <a:r>
              <a:t>ОБРАЗЕЦ ЗАГОЛОВКА</a:t>
            </a:r>
          </a:p>
        </p:txBody>
      </p:sp>
    </p:spTree>
  </p:cSld>
</p:sldLayout>
</file>

<file path=ppt/slideLayouts/slideLayout6.xml><?xml version="1.0" encoding="utf-8"?>
<p:sldLayout xmlns:p="http://schemas.openxmlformats.org/presentationml/2006/main" preserve="1" userDrawn="1">
  <p:cSld name="Два объекта">
    <p:spTree>
      <p:nvGrpSpPr>
        <p:cNvPr id="1" name=""/>
        <p:cNvGrpSpPr/>
        <p:nvPr/>
      </p:nvGrpSpPr>
      <p:grpSpPr>
        <a:xfrm xmlns:a="http://schemas.openxmlformats.org/drawingml/2006/main"/>
      </p:grpSpPr>
      <p:sp>
        <p:nvSpPr>
          <p:cNvPr id="3" name="Объект 2">
            <a:extLst xmlns:a="http://schemas.openxmlformats.org/drawingml/2006/main">
              <a:ext uri="{FF2B5EF4-FFF2-40B4-BE49-F238E27FC236}">
                <a16:creationId xmlns:a16="http://schemas.microsoft.com/office/drawing/2014/main" id="{DE4079CB-26E5-4E7E-8375-84F474844853}"/>
              </a:ext>
            </a:extLst>
          </p:cNvPr>
          <p:cNvSpPr>
            <a:spLocks xmlns:a="http://schemas.openxmlformats.org/drawingml/2006/main" noGrp="1"/>
          </p:cNvSpPr>
          <p:nvPr>
            <p:ph idx="1"/>
          </p:nvPr>
        </p:nvSpPr>
        <p:spPr>
          <a:xfrm xmlns:a="http://schemas.openxmlformats.org/drawingml/2006/main">
            <a:off x="315387" y="1016001"/>
            <a:ext cx="5704418" cy="5184774"/>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Объект 3">
            <a:extLst xmlns:a="http://schemas.openxmlformats.org/drawingml/2006/main">
              <a:ext uri="{FF2B5EF4-FFF2-40B4-BE49-F238E27FC236}">
                <a16:creationId xmlns:a16="http://schemas.microsoft.com/office/drawing/2014/main" id="{C0B9B70F-56BE-4BFF-9AF1-3E24439A89A7}"/>
              </a:ext>
            </a:extLst>
          </p:cNvPr>
          <p:cNvSpPr>
            <a:spLocks xmlns:a="http://schemas.openxmlformats.org/drawingml/2006/main" noGrp="1"/>
          </p:cNvSpPr>
          <p:nvPr>
            <p:ph idx="2"/>
          </p:nvPr>
        </p:nvSpPr>
        <p:spPr>
          <a:xfrm xmlns:a="http://schemas.openxmlformats.org/drawingml/2006/main">
            <a:off x="6172206" y="1016001"/>
            <a:ext cx="5670473" cy="5184774"/>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4" name="Дата 3">
            <a:extLst xmlns:a="http://schemas.openxmlformats.org/drawingml/2006/main">
              <a:ext uri="{FF2B5EF4-FFF2-40B4-BE49-F238E27FC236}">
                <a16:creationId xmlns:a16="http://schemas.microsoft.com/office/drawing/2014/main" id="{A4424B46-3BA8-41B1-9808-8558C0F0E6E4}"/>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3014BBE-C503-4380-A869-5EE8294FE947}" type="datetime1">
              <a:t>02.10.2026</a:t>
            </a:fld>
            <a:endParaRPr/>
          </a:p>
        </p:txBody>
      </p:sp>
      <p:sp>
        <p:nvSpPr>
          <p:cNvPr id="15" name="Нижний колонтитул 4">
            <a:extLst xmlns:a="http://schemas.openxmlformats.org/drawingml/2006/main">
              <a:ext uri="{FF2B5EF4-FFF2-40B4-BE49-F238E27FC236}">
                <a16:creationId xmlns:a16="http://schemas.microsoft.com/office/drawing/2014/main" id="{4D73747B-1894-47A4-9E8B-797D1562EA76}"/>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6" name="Номер слайда 5">
            <a:extLst xmlns:a="http://schemas.openxmlformats.org/drawingml/2006/main">
              <a:ext uri="{FF2B5EF4-FFF2-40B4-BE49-F238E27FC236}">
                <a16:creationId xmlns:a16="http://schemas.microsoft.com/office/drawing/2014/main" id="{0C3B5973-5E99-43F7-82C6-8E450D7A9851}"/>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7" name="Заголовок 1">
            <a:extLst xmlns:a="http://schemas.openxmlformats.org/drawingml/2006/main">
              <a:ext uri="{FF2B5EF4-FFF2-40B4-BE49-F238E27FC236}">
                <a16:creationId xmlns:a16="http://schemas.microsoft.com/office/drawing/2014/main" id="{96698D82-4C1C-4876-84CF-285AAC9104D9}"/>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7.xml><?xml version="1.0" encoding="utf-8"?>
<p:sldLayout xmlns:p="http://schemas.openxmlformats.org/presentationml/2006/main" preserve="1" userDrawn="1">
  <p:cSld name="Сравнение">
    <p:spTree>
      <p:nvGrpSpPr>
        <p:cNvPr id="1" name=""/>
        <p:cNvGrpSpPr/>
        <p:nvPr/>
      </p:nvGrpSpPr>
      <p:grpSpPr>
        <a:xfrm xmlns:a="http://schemas.openxmlformats.org/drawingml/2006/main"/>
      </p:grpSpPr>
      <p:sp>
        <p:nvSpPr>
          <p:cNvPr id="3" name="Текст 2">
            <a:extLst xmlns:a="http://schemas.openxmlformats.org/drawingml/2006/main">
              <a:ext uri="{FF2B5EF4-FFF2-40B4-BE49-F238E27FC236}">
                <a16:creationId xmlns:a16="http://schemas.microsoft.com/office/drawing/2014/main" id="{D286EEAA-87D1-47A5-B9C0-E5BAD703F03A}"/>
              </a:ext>
            </a:extLst>
          </p:cNvPr>
          <p:cNvSpPr>
            <a:spLocks xmlns:a="http://schemas.openxmlformats.org/drawingml/2006/main" noGrp="1"/>
          </p:cNvSpPr>
          <p:nvPr>
            <p:ph type="body" idx="1"/>
          </p:nvPr>
        </p:nvSpPr>
        <p:spPr>
          <a:xfrm xmlns:a="http://schemas.openxmlformats.org/drawingml/2006/main">
            <a:off x="315386" y="1015427"/>
            <a:ext cx="5682193" cy="365125"/>
          </a:xfrm>
        </p:spPr>
        <p:txBody>
          <a:bodyPr xmlns:a="http://schemas.openxmlformats.org/drawingml/2006/main" anchor="b">
            <a:normAutofit/>
          </a:bodyPr>
          <a:lstStyle xmlns:a="http://schemas.openxmlformats.org/drawingml/2006/main">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xmlns:a="http://schemas.openxmlformats.org/drawingml/2006/main">
            <a:pPr lvl="0">
              <a:buNone/>
            </a:pPr>
            <a:r>
              <a:t>Образец текста</a:t>
            </a:r>
          </a:p>
        </p:txBody>
      </p:sp>
      <p:sp>
        <p:nvSpPr>
          <p:cNvPr id="4" name="Объект 3">
            <a:extLst xmlns:a="http://schemas.openxmlformats.org/drawingml/2006/main">
              <a:ext uri="{FF2B5EF4-FFF2-40B4-BE49-F238E27FC236}">
                <a16:creationId xmlns:a16="http://schemas.microsoft.com/office/drawing/2014/main" id="{4A2D29F1-B583-4C98-B07B-171DC3552B42}"/>
              </a:ext>
            </a:extLst>
          </p:cNvPr>
          <p:cNvSpPr>
            <a:spLocks xmlns:a="http://schemas.openxmlformats.org/drawingml/2006/main" noGrp="1"/>
          </p:cNvSpPr>
          <p:nvPr>
            <p:ph idx="2"/>
          </p:nvPr>
        </p:nvSpPr>
        <p:spPr>
          <a:xfrm xmlns:a="http://schemas.openxmlformats.org/drawingml/2006/main">
            <a:off x="349334" y="1598615"/>
            <a:ext cx="5648250" cy="460216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endParaRPr/>
          </a:p>
        </p:txBody>
      </p:sp>
      <p:sp>
        <p:nvSpPr>
          <p:cNvPr id="5" name="Текст 4">
            <a:extLst xmlns:a="http://schemas.openxmlformats.org/drawingml/2006/main">
              <a:ext uri="{FF2B5EF4-FFF2-40B4-BE49-F238E27FC236}">
                <a16:creationId xmlns:a16="http://schemas.microsoft.com/office/drawing/2014/main" id="{DE6D3064-465D-4982-AF9F-41FF98FCBF98}"/>
              </a:ext>
            </a:extLst>
          </p:cNvPr>
          <p:cNvSpPr>
            <a:spLocks xmlns:a="http://schemas.openxmlformats.org/drawingml/2006/main" noGrp="1"/>
          </p:cNvSpPr>
          <p:nvPr>
            <p:ph type="body" idx="3"/>
          </p:nvPr>
        </p:nvSpPr>
        <p:spPr>
          <a:xfrm xmlns:a="http://schemas.openxmlformats.org/drawingml/2006/main">
            <a:off x="6172205" y="1015427"/>
            <a:ext cx="5684841" cy="365125"/>
          </a:xfrm>
        </p:spPr>
        <p:txBody>
          <a:bodyPr xmlns:a="http://schemas.openxmlformats.org/drawingml/2006/main" anchor="b">
            <a:normAutofit/>
          </a:bodyPr>
          <a:lstStyle xmlns:a="http://schemas.openxmlformats.org/drawingml/2006/main">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xmlns:a="http://schemas.openxmlformats.org/drawingml/2006/main">
            <a:pPr lvl="0">
              <a:buNone/>
            </a:pPr>
            <a:r>
              <a:t>Образец текста</a:t>
            </a:r>
          </a:p>
        </p:txBody>
      </p:sp>
      <p:sp>
        <p:nvSpPr>
          <p:cNvPr id="6" name="Объект 5">
            <a:extLst xmlns:a="http://schemas.openxmlformats.org/drawingml/2006/main">
              <a:ext uri="{FF2B5EF4-FFF2-40B4-BE49-F238E27FC236}">
                <a16:creationId xmlns:a16="http://schemas.microsoft.com/office/drawing/2014/main" id="{960E92CA-C4D7-4946-B437-9FCD4AA3134C}"/>
              </a:ext>
            </a:extLst>
          </p:cNvPr>
          <p:cNvSpPr>
            <a:spLocks xmlns:a="http://schemas.openxmlformats.org/drawingml/2006/main" noGrp="1"/>
          </p:cNvSpPr>
          <p:nvPr>
            <p:ph idx="4"/>
          </p:nvPr>
        </p:nvSpPr>
        <p:spPr>
          <a:xfrm xmlns:a="http://schemas.openxmlformats.org/drawingml/2006/main">
            <a:off x="6172202" y="1598615"/>
            <a:ext cx="5670473" cy="460216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2" name="Дата 3">
            <a:extLst xmlns:a="http://schemas.openxmlformats.org/drawingml/2006/main">
              <a:ext uri="{FF2B5EF4-FFF2-40B4-BE49-F238E27FC236}">
                <a16:creationId xmlns:a16="http://schemas.microsoft.com/office/drawing/2014/main" id="{50BC46DB-57AA-4551-8F67-742F842E120D}"/>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0D568497-304A-497F-ADAE-97D3CF462C1C}" type="datetime1">
              <a:t>02.10.2026</a:t>
            </a:fld>
            <a:endParaRPr/>
          </a:p>
        </p:txBody>
      </p:sp>
      <p:sp>
        <p:nvSpPr>
          <p:cNvPr id="13" name="Нижний колонтитул 4">
            <a:extLst xmlns:a="http://schemas.openxmlformats.org/drawingml/2006/main">
              <a:ext uri="{FF2B5EF4-FFF2-40B4-BE49-F238E27FC236}">
                <a16:creationId xmlns:a16="http://schemas.microsoft.com/office/drawing/2014/main" id="{F2048DE5-D653-4BDE-8495-A22EF4A50AE4}"/>
              </a:ext>
            </a:extLst>
          </p:cNvPr>
          <p:cNvSpPr>
            <a:spLocks xmlns:a="http://schemas.openxmlformats.org/drawingml/2006/main" noGrp="1"/>
          </p:cNvSpPr>
          <p:nvPr>
            <p:ph type="ftr" idx="11"/>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4" name="Номер слайда 5">
            <a:extLst xmlns:a="http://schemas.openxmlformats.org/drawingml/2006/main">
              <a:ext uri="{FF2B5EF4-FFF2-40B4-BE49-F238E27FC236}">
                <a16:creationId xmlns:a16="http://schemas.microsoft.com/office/drawing/2014/main" id="{E0E8C4D1-B7B4-4A6B-87A1-354341CD6A0F}"/>
              </a:ext>
            </a:extLst>
          </p:cNvPr>
          <p:cNvSpPr>
            <a:spLocks xmlns:a="http://schemas.openxmlformats.org/drawingml/2006/main" noGrp="1"/>
          </p:cNvSpPr>
          <p:nvPr>
            <p:ph type="sldNum" idx="12"/>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5" name="Заголовок 1">
            <a:extLst xmlns:a="http://schemas.openxmlformats.org/drawingml/2006/main">
              <a:ext uri="{FF2B5EF4-FFF2-40B4-BE49-F238E27FC236}">
                <a16:creationId xmlns:a16="http://schemas.microsoft.com/office/drawing/2014/main" id="{B533CD5F-4B3E-426C-9977-6EFBE36EEA5D}"/>
              </a:ext>
            </a:extLst>
          </p:cNvPr>
          <p:cNvSpPr>
            <a:spLocks xmlns:a="http://schemas.openxmlformats.org/drawingml/2006/main" noGrp="1"/>
          </p:cNvSpPr>
          <p:nvPr>
            <p:ph type="title" idx="0"/>
          </p:nvPr>
        </p:nvSpPr>
        <p:spPr>
          <a:xfrm xmlns:a="http://schemas.openxmlformats.org/drawingml/2006/main">
            <a:off x="349334"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8.xml><?xml version="1.0" encoding="utf-8"?>
<p:sldLayout xmlns:p="http://schemas.openxmlformats.org/presentationml/2006/main" type="blank" preserve="1">
  <p:cSld name="Пустой слайд">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2CB240C-04A3-49D4-83F9-87A9C6C414DC}"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9.xml><?xml version="1.0" encoding="utf-8"?>
<p:sldLayout xmlns:p="http://schemas.openxmlformats.org/presentationml/2006/main" type="objTx" preserve="1">
  <p:cSld name="Объект с подписью">
    <p:spTree>
      <p:nvGrpSpPr>
        <p:cNvPr id="1" name=""/>
        <p:cNvGrpSpPr/>
        <p:nvPr/>
      </p:nvGrpSpPr>
      <p:grpSpPr>
        <a:xfrm xmlns:a="http://schemas.openxmlformats.org/drawingml/2006/main"/>
      </p:grpSpPr>
      <p:sp>
        <p:nvSpPr>
          <p:cNvPr id="2" name="Заголовок 1">
            <a:extLst xmlns:a="http://schemas.openxmlformats.org/drawingml/2006/main">
              <a:ext uri="{FF2B5EF4-FFF2-40B4-BE49-F238E27FC236}">
                <a16:creationId xmlns:a16="http://schemas.microsoft.com/office/drawing/2014/main" id="{78799615-B88F-452A-A6CA-6793B831650C}"/>
              </a:ext>
            </a:extLst>
          </p:cNvPr>
          <p:cNvSpPr>
            <a:spLocks xmlns:a="http://schemas.openxmlformats.org/drawingml/2006/main" noGrp="1"/>
          </p:cNvSpPr>
          <p:nvPr>
            <p:ph type="title" idx="0" hasCustomPrompt="1"/>
          </p:nvPr>
        </p:nvSpPr>
        <p:spPr>
          <a:xfrm xmlns:a="http://schemas.openxmlformats.org/drawingml/2006/main">
            <a:off x="334966" y="1015999"/>
            <a:ext cx="4437062" cy="1213417"/>
          </a:xfrm>
        </p:spPr>
        <p:txBody>
          <a:bodyPr xmlns:a="http://schemas.openxmlformats.org/drawingml/2006/main" anchor="b"/>
          <a:lstStyle xmlns:a="http://schemas.openxmlformats.org/drawingml/2006/main">
            <a:lvl1pPr>
              <a:buNone/>
              <a:defRPr sz="2400"/>
            </a:lvl1pPr>
          </a:lstStyle>
          <a:p xmlns:a="http://schemas.openxmlformats.org/drawingml/2006/main">
            <a:r>
              <a:t>ОБРАЗЕЦ ЗАГОЛОВКА</a:t>
            </a:r>
          </a:p>
        </p:txBody>
      </p:sp>
      <p:sp>
        <p:nvSpPr>
          <p:cNvPr id="3" name="Объект 2">
            <a:extLst xmlns:a="http://schemas.openxmlformats.org/drawingml/2006/main">
              <a:ext uri="{FF2B5EF4-FFF2-40B4-BE49-F238E27FC236}">
                <a16:creationId xmlns:a16="http://schemas.microsoft.com/office/drawing/2014/main" id="{5B30D2CC-2D7F-43FF-B9B4-355F7E464306}"/>
              </a:ext>
            </a:extLst>
          </p:cNvPr>
          <p:cNvSpPr>
            <a:spLocks xmlns:a="http://schemas.openxmlformats.org/drawingml/2006/main" noGrp="1"/>
          </p:cNvSpPr>
          <p:nvPr>
            <p:ph idx="1"/>
          </p:nvPr>
        </p:nvSpPr>
        <p:spPr>
          <a:xfrm xmlns:a="http://schemas.openxmlformats.org/drawingml/2006/main">
            <a:off x="5183194" y="1015999"/>
            <a:ext cx="6673847" cy="5049521"/>
          </a:xfrm>
        </p:spPr>
        <p:txBody>
          <a:bodyPr xmlns:a="http://schemas.openxmlformats.org/drawingml/2006/main">
            <a:normAutofit/>
          </a:bodyPr>
          <a:lstStyle xmlns:a="http://schemas.openxmlformats.org/drawingml/2006/main">
            <a:lvl1pPr>
              <a:buNone/>
              <a:defRPr sz="1773"/>
            </a:lvl1pPr>
            <a:lvl2pPr>
              <a:buNone/>
              <a:defRPr sz="1520"/>
            </a:lvl2pPr>
            <a:lvl3pPr>
              <a:buNone/>
              <a:defRPr sz="1266"/>
            </a:lvl3pPr>
            <a:lvl4pPr>
              <a:buNone/>
              <a:defRPr sz="1141"/>
            </a:lvl4pPr>
            <a:lvl5pPr>
              <a:buNone/>
              <a:defRPr sz="1141"/>
            </a:lvl5pPr>
            <a:lvl6pPr>
              <a:buNone/>
              <a:defRPr sz="1266"/>
            </a:lvl6pPr>
            <a:lvl7pPr>
              <a:buNone/>
              <a:defRPr sz="1266"/>
            </a:lvl7pPr>
            <a:lvl8pPr>
              <a:buNone/>
              <a:defRPr sz="1266"/>
            </a:lvl8pPr>
            <a:lvl9pPr>
              <a:buNone/>
              <a:defRPr sz="1266"/>
            </a:lvl9pPr>
          </a:lstStyle>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Текст 3">
            <a:extLst xmlns:a="http://schemas.openxmlformats.org/drawingml/2006/main">
              <a:ext uri="{FF2B5EF4-FFF2-40B4-BE49-F238E27FC236}">
                <a16:creationId xmlns:a16="http://schemas.microsoft.com/office/drawing/2014/main" id="{23E8D86B-609C-423A-9220-D7DC81877B7C}"/>
              </a:ext>
            </a:extLst>
          </p:cNvPr>
          <p:cNvSpPr>
            <a:spLocks xmlns:a="http://schemas.openxmlformats.org/drawingml/2006/main" noGrp="1"/>
          </p:cNvSpPr>
          <p:nvPr>
            <p:ph type="body" idx="2"/>
          </p:nvPr>
        </p:nvSpPr>
        <p:spPr>
          <a:xfrm xmlns:a="http://schemas.openxmlformats.org/drawingml/2006/main">
            <a:off x="334966" y="2428239"/>
            <a:ext cx="4437062" cy="3637281"/>
          </a:xfrm>
        </p:spPr>
        <p:txBody>
          <a:bodyPr xmlns:a="http://schemas.openxmlformats.org/drawingml/2006/main">
            <a:normAutofit/>
          </a:bodyPr>
          <a:lstStyle xmlns:a="http://schemas.openxmlformats.org/drawingml/2006/main">
            <a:lvl1pPr marL="0" indent="0">
              <a:buNone/>
              <a:defRPr sz="1400"/>
            </a:lvl1pPr>
            <a:lvl2pPr marL="289378" indent="0">
              <a:buNone/>
              <a:defRPr sz="886"/>
            </a:lvl2pPr>
            <a:lvl3pPr marL="578755" indent="0">
              <a:buNone/>
              <a:defRPr sz="760"/>
            </a:lvl3pPr>
            <a:lvl4pPr marL="868132" indent="0">
              <a:buNone/>
              <a:defRPr sz="631"/>
            </a:lvl4pPr>
            <a:lvl5pPr marL="1157510" indent="0">
              <a:buNone/>
              <a:defRPr sz="631"/>
            </a:lvl5pPr>
            <a:lvl6pPr marL="1446887" indent="0">
              <a:buNone/>
              <a:defRPr sz="631"/>
            </a:lvl6pPr>
            <a:lvl7pPr marL="1736266" indent="0">
              <a:buNone/>
              <a:defRPr sz="631"/>
            </a:lvl7pPr>
            <a:lvl8pPr marL="2025644" indent="0">
              <a:buNone/>
              <a:defRPr sz="631"/>
            </a:lvl8pPr>
            <a:lvl9pPr marL="2315021" indent="0">
              <a:buNone/>
              <a:defRPr sz="631"/>
            </a:lvl9pPr>
          </a:lstStyle>
          <a:p xmlns:a="http://schemas.openxmlformats.org/drawingml/2006/main">
            <a:pPr lvl="0">
              <a:buNone/>
            </a:pPr>
            <a:r>
              <a:t>Образец текста</a:t>
            </a:r>
          </a:p>
        </p:txBody>
      </p:sp>
      <p:sp>
        <p:nvSpPr>
          <p:cNvPr id="8" name="Дата 3">
            <a:extLst xmlns:a="http://schemas.openxmlformats.org/drawingml/2006/main">
              <a:ext uri="{FF2B5EF4-FFF2-40B4-BE49-F238E27FC236}">
                <a16:creationId xmlns:a16="http://schemas.microsoft.com/office/drawing/2014/main" id="{3D3B951D-08AE-4736-8D36-4EB9974DAC44}"/>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E74468B-3512-454B-AB51-7AE95604D39E}" type="datetime1">
              <a:t>02.10.2026</a:t>
            </a:fld>
            <a:endParaRPr/>
          </a:p>
        </p:txBody>
      </p:sp>
      <p:sp>
        <p:nvSpPr>
          <p:cNvPr id="9" name="Нижний колонтитул 4">
            <a:extLst xmlns:a="http://schemas.openxmlformats.org/drawingml/2006/main">
              <a:ext uri="{FF2B5EF4-FFF2-40B4-BE49-F238E27FC236}">
                <a16:creationId xmlns:a16="http://schemas.microsoft.com/office/drawing/2014/main" id="{D1D906C7-232A-4192-A02B-35F764700239}"/>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0" name="Номер слайда 5">
            <a:extLst xmlns:a="http://schemas.openxmlformats.org/drawingml/2006/main">
              <a:ext uri="{FF2B5EF4-FFF2-40B4-BE49-F238E27FC236}">
                <a16:creationId xmlns:a16="http://schemas.microsoft.com/office/drawing/2014/main" id="{0E0F42FE-1DE2-4412-B92B-28748FBE7FCD}"/>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10.xml><?xml version="1.0" encoding="utf-8"?>
<p:sldLayout xmlns:p="http://schemas.openxmlformats.org/presentationml/2006/main" preserve="1" userDrawn="1">
  <p:cSld name="Рисунок с подписью">
    <p:spTree>
      <p:nvGrpSpPr>
        <p:cNvPr id="1" name=""/>
        <p:cNvGrpSpPr/>
        <p:nvPr/>
      </p:nvGrpSpPr>
      <p:grpSpPr>
        <a:xfrm xmlns:a="http://schemas.openxmlformats.org/drawingml/2006/main"/>
      </p:grpSpPr>
      <p:sp>
        <p:nvSpPr>
          <p:cNvPr id="5" name="Дата 4">
            <a:extLst xmlns:a="http://schemas.openxmlformats.org/drawingml/2006/main">
              <a:ext uri="{FF2B5EF4-FFF2-40B4-BE49-F238E27FC236}">
                <a16:creationId xmlns:a16="http://schemas.microsoft.com/office/drawing/2014/main" id="{6492DF34-242F-4712-ACC0-85E96FE00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ABAB2196-A440-4E25-B9FF-D0ADB01B1A15}" type="datetime1">
              <a:t>02.10.2026</a:t>
            </a:fld>
            <a:endParaRPr/>
          </a:p>
        </p:txBody>
      </p:sp>
      <p:sp>
        <p:nvSpPr>
          <p:cNvPr id="6" name="Нижний колонтитул 5">
            <a:extLst xmlns:a="http://schemas.openxmlformats.org/drawingml/2006/main">
              <a:ext uri="{FF2B5EF4-FFF2-40B4-BE49-F238E27FC236}">
                <a16:creationId xmlns:a16="http://schemas.microsoft.com/office/drawing/2014/main" id="{A5BFC209-E220-4DB1-9582-A06EDB70669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11" name="Заголовок 1">
            <a:extLst xmlns:a="http://schemas.openxmlformats.org/drawingml/2006/main">
              <a:ext uri="{FF2B5EF4-FFF2-40B4-BE49-F238E27FC236}">
                <a16:creationId xmlns:a16="http://schemas.microsoft.com/office/drawing/2014/main" id="{F045645C-2F92-4AF1-B96A-C79DEB76E78C}"/>
              </a:ext>
            </a:extLst>
          </p:cNvPr>
          <p:cNvSpPr>
            <a:spLocks xmlns:a="http://schemas.openxmlformats.org/drawingml/2006/main" noGrp="1"/>
          </p:cNvSpPr>
          <p:nvPr>
            <p:ph type="ctrTitle" idx="0" hasCustomPrompt="1"/>
          </p:nvPr>
        </p:nvSpPr>
        <p:spPr>
          <a:xfrm xmlns:a="http://schemas.openxmlformats.org/drawingml/2006/main">
            <a:off x="802640" y="3922529"/>
            <a:ext cx="5293359" cy="1654542"/>
          </a:xfrm>
        </p:spPr>
        <p:txBody>
          <a:bodyPr xmlns:a="http://schemas.openxmlformats.org/drawingml/2006/main" anchor="ctr"/>
          <a:lstStyle xmlns:a="http://schemas.openxmlformats.org/drawingml/2006/main">
            <a:lvl1pPr algn="l">
              <a:buNone/>
              <a:defRPr sz="2800">
                <a:solidFill>
                  <a:schemeClr val="bg1">
                    <a:lumMod val="95000"/>
                  </a:schemeClr>
                </a:solidFill>
              </a:defRPr>
            </a:lvl1pPr>
          </a:lstStyle>
          <a:p xmlns:a="http://schemas.openxmlformats.org/drawingml/2006/main">
            <a:r>
              <a:t>ОБРАЗЕЦ ЗАГОЛОВКА</a:t>
            </a:r>
          </a:p>
        </p:txBody>
      </p:sp>
      <p:sp>
        <p:nvSpPr>
          <p:cNvPr id="18" name="Номер слайда 5">
            <a:extLst xmlns:a="http://schemas.openxmlformats.org/drawingml/2006/main">
              <a:ext uri="{FF2B5EF4-FFF2-40B4-BE49-F238E27FC236}">
                <a16:creationId xmlns:a16="http://schemas.microsoft.com/office/drawing/2014/main" id="{424E19F6-1411-4AFE-9677-D4180DA214C9}"/>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11.xml><?xml version="1.0" encoding="utf-8"?>
<p:sldLayout xmlns:p="http://schemas.openxmlformats.org/presentationml/2006/main" preserve="1" userDrawn="1">
  <p:cSld name="Содержание_1">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C7BAE699-64F9-49EF-B784-2DEF2B221955}"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1" name="Текст 6">
            <a:extLst xmlns:a="http://schemas.openxmlformats.org/drawingml/2006/main">
              <a:ext uri="{FF2B5EF4-FFF2-40B4-BE49-F238E27FC236}">
                <a16:creationId xmlns:a16="http://schemas.microsoft.com/office/drawing/2014/main" id="{A8E19DA3-4B31-4259-B9A7-5F7A2E642854}"/>
              </a:ext>
            </a:extLst>
          </p:cNvPr>
          <p:cNvSpPr>
            <a:spLocks xmlns:a="http://schemas.openxmlformats.org/drawingml/2006/main" noGrp="1"/>
          </p:cNvSpPr>
          <p:nvPr>
            <p:ph type="body" idx="37" hasCustomPrompt="1"/>
          </p:nvPr>
        </p:nvSpPr>
        <p:spPr>
          <a:xfrm xmlns:a="http://schemas.openxmlformats.org/drawingml/2006/main">
            <a:off x="1873541" y="1222713"/>
            <a:ext cx="3866856" cy="423628"/>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2" name="Текст 9">
            <a:extLst xmlns:a="http://schemas.openxmlformats.org/drawingml/2006/main">
              <a:ext uri="{FF2B5EF4-FFF2-40B4-BE49-F238E27FC236}">
                <a16:creationId xmlns:a16="http://schemas.microsoft.com/office/drawing/2014/main" id="{42FEA996-0F55-4FCB-8FCC-C78FEA766CFA}"/>
              </a:ext>
            </a:extLst>
          </p:cNvPr>
          <p:cNvSpPr>
            <a:spLocks xmlns:a="http://schemas.openxmlformats.org/drawingml/2006/main" noGrp="1"/>
          </p:cNvSpPr>
          <p:nvPr>
            <p:ph type="body" idx="38" hasCustomPrompt="1"/>
          </p:nvPr>
        </p:nvSpPr>
        <p:spPr>
          <a:xfrm xmlns:a="http://schemas.openxmlformats.org/drawingml/2006/main">
            <a:off x="1873544" y="1790324"/>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13" name="Текст 6">
            <a:extLst xmlns:a="http://schemas.openxmlformats.org/drawingml/2006/main">
              <a:ext uri="{FF2B5EF4-FFF2-40B4-BE49-F238E27FC236}">
                <a16:creationId xmlns:a16="http://schemas.microsoft.com/office/drawing/2014/main" id="{C4D8DFD8-867D-4062-800E-27B73FA83BFA}"/>
              </a:ext>
            </a:extLst>
          </p:cNvPr>
          <p:cNvSpPr>
            <a:spLocks xmlns:a="http://schemas.openxmlformats.org/drawingml/2006/main" noGrp="1"/>
          </p:cNvSpPr>
          <p:nvPr>
            <p:ph type="body" idx="39" hasCustomPrompt="1"/>
          </p:nvPr>
        </p:nvSpPr>
        <p:spPr>
          <a:xfrm xmlns:a="http://schemas.openxmlformats.org/drawingml/2006/main">
            <a:off x="1854185" y="2826697"/>
            <a:ext cx="3866856" cy="403756"/>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4" name="Текст 9">
            <a:extLst xmlns:a="http://schemas.openxmlformats.org/drawingml/2006/main">
              <a:ext uri="{FF2B5EF4-FFF2-40B4-BE49-F238E27FC236}">
                <a16:creationId xmlns:a16="http://schemas.microsoft.com/office/drawing/2014/main" id="{01B4FB59-79EB-42C6-8468-505204DD843D}"/>
              </a:ext>
            </a:extLst>
          </p:cNvPr>
          <p:cNvSpPr>
            <a:spLocks xmlns:a="http://schemas.openxmlformats.org/drawingml/2006/main" noGrp="1"/>
          </p:cNvSpPr>
          <p:nvPr>
            <p:ph type="body" idx="40" hasCustomPrompt="1"/>
          </p:nvPr>
        </p:nvSpPr>
        <p:spPr>
          <a:xfrm xmlns:a="http://schemas.openxmlformats.org/drawingml/2006/main">
            <a:off x="1854185" y="3374436"/>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15" name="Текст 6">
            <a:extLst xmlns:a="http://schemas.openxmlformats.org/drawingml/2006/main">
              <a:ext uri="{FF2B5EF4-FFF2-40B4-BE49-F238E27FC236}">
                <a16:creationId xmlns:a16="http://schemas.microsoft.com/office/drawing/2014/main" id="{2DD2E24E-A578-41A0-8812-3CEB5EB7DE20}"/>
              </a:ext>
            </a:extLst>
          </p:cNvPr>
          <p:cNvSpPr>
            <a:spLocks xmlns:a="http://schemas.openxmlformats.org/drawingml/2006/main" noGrp="1"/>
          </p:cNvSpPr>
          <p:nvPr>
            <p:ph type="body" idx="41" hasCustomPrompt="1"/>
          </p:nvPr>
        </p:nvSpPr>
        <p:spPr>
          <a:xfrm xmlns:a="http://schemas.openxmlformats.org/drawingml/2006/main">
            <a:off x="1854185" y="4410809"/>
            <a:ext cx="3866856" cy="403913"/>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6" name="Текст 9">
            <a:extLst xmlns:a="http://schemas.openxmlformats.org/drawingml/2006/main">
              <a:ext uri="{FF2B5EF4-FFF2-40B4-BE49-F238E27FC236}">
                <a16:creationId xmlns:a16="http://schemas.microsoft.com/office/drawing/2014/main" id="{29120726-8DD9-4194-A282-2630D18F49EA}"/>
              </a:ext>
            </a:extLst>
          </p:cNvPr>
          <p:cNvSpPr>
            <a:spLocks xmlns:a="http://schemas.openxmlformats.org/drawingml/2006/main" noGrp="1"/>
          </p:cNvSpPr>
          <p:nvPr>
            <p:ph type="body" idx="42" hasCustomPrompt="1"/>
          </p:nvPr>
        </p:nvSpPr>
        <p:spPr>
          <a:xfrm xmlns:a="http://schemas.openxmlformats.org/drawingml/2006/main">
            <a:off x="1854185" y="4958548"/>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0" name="Текст 6">
            <a:extLst xmlns:a="http://schemas.openxmlformats.org/drawingml/2006/main">
              <a:ext uri="{FF2B5EF4-FFF2-40B4-BE49-F238E27FC236}">
                <a16:creationId xmlns:a16="http://schemas.microsoft.com/office/drawing/2014/main" id="{F30BC2DD-F35E-474E-A833-EA478E7F80B7}"/>
              </a:ext>
            </a:extLst>
          </p:cNvPr>
          <p:cNvSpPr>
            <a:spLocks xmlns:a="http://schemas.openxmlformats.org/drawingml/2006/main" noGrp="1"/>
          </p:cNvSpPr>
          <p:nvPr>
            <p:ph type="body" idx="43" hasCustomPrompt="1"/>
          </p:nvPr>
        </p:nvSpPr>
        <p:spPr>
          <a:xfrm xmlns:a="http://schemas.openxmlformats.org/drawingml/2006/main">
            <a:off x="7546648" y="1222713"/>
            <a:ext cx="3866856" cy="423628"/>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1" name="Текст 9">
            <a:extLst xmlns:a="http://schemas.openxmlformats.org/drawingml/2006/main">
              <a:ext uri="{FF2B5EF4-FFF2-40B4-BE49-F238E27FC236}">
                <a16:creationId xmlns:a16="http://schemas.microsoft.com/office/drawing/2014/main" id="{7124A073-4FEB-4F54-A9B4-6797D7B46CC3}"/>
              </a:ext>
            </a:extLst>
          </p:cNvPr>
          <p:cNvSpPr>
            <a:spLocks xmlns:a="http://schemas.openxmlformats.org/drawingml/2006/main" noGrp="1"/>
          </p:cNvSpPr>
          <p:nvPr>
            <p:ph type="body" idx="44" hasCustomPrompt="1"/>
          </p:nvPr>
        </p:nvSpPr>
        <p:spPr>
          <a:xfrm xmlns:a="http://schemas.openxmlformats.org/drawingml/2006/main">
            <a:off x="7546651" y="1790324"/>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2" name="Текст 6">
            <a:extLst xmlns:a="http://schemas.openxmlformats.org/drawingml/2006/main">
              <a:ext uri="{FF2B5EF4-FFF2-40B4-BE49-F238E27FC236}">
                <a16:creationId xmlns:a16="http://schemas.microsoft.com/office/drawing/2014/main" id="{17FB4F65-9ABC-4376-8283-0F33F9BB91D6}"/>
              </a:ext>
            </a:extLst>
          </p:cNvPr>
          <p:cNvSpPr>
            <a:spLocks xmlns:a="http://schemas.openxmlformats.org/drawingml/2006/main" noGrp="1"/>
          </p:cNvSpPr>
          <p:nvPr>
            <p:ph type="body" idx="45" hasCustomPrompt="1"/>
          </p:nvPr>
        </p:nvSpPr>
        <p:spPr>
          <a:xfrm xmlns:a="http://schemas.openxmlformats.org/drawingml/2006/main">
            <a:off x="7527292" y="2826697"/>
            <a:ext cx="3866856" cy="403756"/>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3" name="Текст 9">
            <a:extLst xmlns:a="http://schemas.openxmlformats.org/drawingml/2006/main">
              <a:ext uri="{FF2B5EF4-FFF2-40B4-BE49-F238E27FC236}">
                <a16:creationId xmlns:a16="http://schemas.microsoft.com/office/drawing/2014/main" id="{C2E3AAAD-E9EB-4A42-ADAF-EDA850F01ED1}"/>
              </a:ext>
            </a:extLst>
          </p:cNvPr>
          <p:cNvSpPr>
            <a:spLocks xmlns:a="http://schemas.openxmlformats.org/drawingml/2006/main" noGrp="1"/>
          </p:cNvSpPr>
          <p:nvPr>
            <p:ph type="body" idx="46" hasCustomPrompt="1"/>
          </p:nvPr>
        </p:nvSpPr>
        <p:spPr>
          <a:xfrm xmlns:a="http://schemas.openxmlformats.org/drawingml/2006/main">
            <a:off x="7527292" y="3374436"/>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4" name="Текст 6">
            <a:extLst xmlns:a="http://schemas.openxmlformats.org/drawingml/2006/main">
              <a:ext uri="{FF2B5EF4-FFF2-40B4-BE49-F238E27FC236}">
                <a16:creationId xmlns:a16="http://schemas.microsoft.com/office/drawing/2014/main" id="{835470A4-56EB-4A53-A875-42155372D2DA}"/>
              </a:ext>
            </a:extLst>
          </p:cNvPr>
          <p:cNvSpPr>
            <a:spLocks xmlns:a="http://schemas.openxmlformats.org/drawingml/2006/main" noGrp="1"/>
          </p:cNvSpPr>
          <p:nvPr>
            <p:ph type="body" idx="47" hasCustomPrompt="1"/>
          </p:nvPr>
        </p:nvSpPr>
        <p:spPr>
          <a:xfrm xmlns:a="http://schemas.openxmlformats.org/drawingml/2006/main">
            <a:off x="7527292" y="4410809"/>
            <a:ext cx="3866856" cy="403913"/>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5" name="Текст 9">
            <a:extLst xmlns:a="http://schemas.openxmlformats.org/drawingml/2006/main">
              <a:ext uri="{FF2B5EF4-FFF2-40B4-BE49-F238E27FC236}">
                <a16:creationId xmlns:a16="http://schemas.microsoft.com/office/drawing/2014/main" id="{ED3CC4C2-7EF9-4A4B-BDD1-B16EF36B84C3}"/>
              </a:ext>
            </a:extLst>
          </p:cNvPr>
          <p:cNvSpPr>
            <a:spLocks xmlns:a="http://schemas.openxmlformats.org/drawingml/2006/main" noGrp="1"/>
          </p:cNvSpPr>
          <p:nvPr>
            <p:ph type="body" idx="48" hasCustomPrompt="1"/>
          </p:nvPr>
        </p:nvSpPr>
        <p:spPr>
          <a:xfrm xmlns:a="http://schemas.openxmlformats.org/drawingml/2006/main">
            <a:off x="7527292" y="4958548"/>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7" name="Текст 6">
            <a:extLst xmlns:a="http://schemas.openxmlformats.org/drawingml/2006/main">
              <a:ext uri="{FF2B5EF4-FFF2-40B4-BE49-F238E27FC236}">
                <a16:creationId xmlns:a16="http://schemas.microsoft.com/office/drawing/2014/main" id="{53CEA4EC-5717-426C-A1A1-534D0A055245}"/>
              </a:ext>
            </a:extLst>
          </p:cNvPr>
          <p:cNvSpPr>
            <a:spLocks xmlns:a="http://schemas.openxmlformats.org/drawingml/2006/main" noGrp="1"/>
          </p:cNvSpPr>
          <p:nvPr>
            <p:ph type="body" idx="49" hasCustomPrompt="1"/>
          </p:nvPr>
        </p:nvSpPr>
        <p:spPr>
          <a:xfrm xmlns:a="http://schemas.openxmlformats.org/drawingml/2006/main">
            <a:off x="778493" y="1187988"/>
            <a:ext cx="771003" cy="423628"/>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01</a:t>
            </a:r>
          </a:p>
        </p:txBody>
      </p:sp>
      <p:sp>
        <p:nvSpPr>
          <p:cNvPr id="28" name="Текст 6">
            <a:extLst xmlns:a="http://schemas.openxmlformats.org/drawingml/2006/main">
              <a:ext uri="{FF2B5EF4-FFF2-40B4-BE49-F238E27FC236}">
                <a16:creationId xmlns:a16="http://schemas.microsoft.com/office/drawing/2014/main" id="{ECD22E46-ECAB-4A6C-9243-E1661118B477}"/>
              </a:ext>
            </a:extLst>
          </p:cNvPr>
          <p:cNvSpPr>
            <a:spLocks xmlns:a="http://schemas.openxmlformats.org/drawingml/2006/main" noGrp="1"/>
          </p:cNvSpPr>
          <p:nvPr>
            <p:ph type="body" idx="50" hasCustomPrompt="1"/>
          </p:nvPr>
        </p:nvSpPr>
        <p:spPr>
          <a:xfrm xmlns:a="http://schemas.openxmlformats.org/drawingml/2006/main">
            <a:off x="759137" y="2791972"/>
            <a:ext cx="771003" cy="403756"/>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02</a:t>
            </a:r>
          </a:p>
        </p:txBody>
      </p:sp>
      <p:sp>
        <p:nvSpPr>
          <p:cNvPr id="29" name="Текст 6">
            <a:extLst xmlns:a="http://schemas.openxmlformats.org/drawingml/2006/main">
              <a:ext uri="{FF2B5EF4-FFF2-40B4-BE49-F238E27FC236}">
                <a16:creationId xmlns:a16="http://schemas.microsoft.com/office/drawing/2014/main" id="{A3CA815C-23B0-4736-B973-0A405AFC5D08}"/>
              </a:ext>
            </a:extLst>
          </p:cNvPr>
          <p:cNvSpPr>
            <a:spLocks xmlns:a="http://schemas.openxmlformats.org/drawingml/2006/main" noGrp="1"/>
          </p:cNvSpPr>
          <p:nvPr>
            <p:ph type="body" idx="51" hasCustomPrompt="1"/>
          </p:nvPr>
        </p:nvSpPr>
        <p:spPr>
          <a:xfrm xmlns:a="http://schemas.openxmlformats.org/drawingml/2006/main">
            <a:off x="759137" y="4376084"/>
            <a:ext cx="771003" cy="403913"/>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03</a:t>
            </a:r>
          </a:p>
        </p:txBody>
      </p:sp>
      <p:sp>
        <p:nvSpPr>
          <p:cNvPr id="30" name="Текст 6">
            <a:extLst xmlns:a="http://schemas.openxmlformats.org/drawingml/2006/main">
              <a:ext uri="{FF2B5EF4-FFF2-40B4-BE49-F238E27FC236}">
                <a16:creationId xmlns:a16="http://schemas.microsoft.com/office/drawing/2014/main" id="{0C64CE05-E630-4FDE-B773-3165E579B3B6}"/>
              </a:ext>
            </a:extLst>
          </p:cNvPr>
          <p:cNvSpPr>
            <a:spLocks xmlns:a="http://schemas.openxmlformats.org/drawingml/2006/main" noGrp="1"/>
          </p:cNvSpPr>
          <p:nvPr>
            <p:ph type="body" idx="52" hasCustomPrompt="1"/>
          </p:nvPr>
        </p:nvSpPr>
        <p:spPr>
          <a:xfrm xmlns:a="http://schemas.openxmlformats.org/drawingml/2006/main">
            <a:off x="6451600" y="1187988"/>
            <a:ext cx="771003" cy="423628"/>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04</a:t>
            </a:r>
          </a:p>
        </p:txBody>
      </p:sp>
      <p:sp>
        <p:nvSpPr>
          <p:cNvPr id="31" name="Текст 6">
            <a:extLst xmlns:a="http://schemas.openxmlformats.org/drawingml/2006/main">
              <a:ext uri="{FF2B5EF4-FFF2-40B4-BE49-F238E27FC236}">
                <a16:creationId xmlns:a16="http://schemas.microsoft.com/office/drawing/2014/main" id="{52DBB510-86A6-45BB-B6E1-54FE5A86B490}"/>
              </a:ext>
            </a:extLst>
          </p:cNvPr>
          <p:cNvSpPr>
            <a:spLocks xmlns:a="http://schemas.openxmlformats.org/drawingml/2006/main" noGrp="1"/>
          </p:cNvSpPr>
          <p:nvPr>
            <p:ph type="body" idx="53" hasCustomPrompt="1"/>
          </p:nvPr>
        </p:nvSpPr>
        <p:spPr>
          <a:xfrm xmlns:a="http://schemas.openxmlformats.org/drawingml/2006/main">
            <a:off x="6432244" y="2791972"/>
            <a:ext cx="771003" cy="403756"/>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05</a:t>
            </a:r>
          </a:p>
        </p:txBody>
      </p:sp>
      <p:sp>
        <p:nvSpPr>
          <p:cNvPr id="32" name="Текст 6">
            <a:extLst xmlns:a="http://schemas.openxmlformats.org/drawingml/2006/main">
              <a:ext uri="{FF2B5EF4-FFF2-40B4-BE49-F238E27FC236}">
                <a16:creationId xmlns:a16="http://schemas.microsoft.com/office/drawing/2014/main" id="{CA530A5B-20B1-4742-8CF2-55C8F5CC1E91}"/>
              </a:ext>
            </a:extLst>
          </p:cNvPr>
          <p:cNvSpPr>
            <a:spLocks xmlns:a="http://schemas.openxmlformats.org/drawingml/2006/main" noGrp="1"/>
          </p:cNvSpPr>
          <p:nvPr>
            <p:ph type="body" idx="54" hasCustomPrompt="1"/>
          </p:nvPr>
        </p:nvSpPr>
        <p:spPr>
          <a:xfrm xmlns:a="http://schemas.openxmlformats.org/drawingml/2006/main">
            <a:off x="6432244" y="4376084"/>
            <a:ext cx="771003" cy="403913"/>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06</a:t>
            </a:r>
          </a:p>
        </p:txBody>
      </p:sp>
    </p:spTree>
  </p:cSld>
</p:sldLayout>
</file>

<file path=ppt/slideLayouts/slideLayout12.xml><?xml version="1.0" encoding="utf-8"?>
<p:sldLayout xmlns:p="http://schemas.openxmlformats.org/presentationml/2006/main" preserve="1" userDrawn="1">
  <p:cSld name="Фотографии">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CAFA80CC-940E-479C-90C0-76DA923785E9}"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72682"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7" name="Рисунок 7">
            <a:extLst xmlns:a="http://schemas.openxmlformats.org/drawingml/2006/main">
              <a:ext uri="{FF2B5EF4-FFF2-40B4-BE49-F238E27FC236}">
                <a16:creationId xmlns:a16="http://schemas.microsoft.com/office/drawing/2014/main" id="{7F6989B1-EABA-40DD-BFD6-7E0075CDDEE8}"/>
              </a:ext>
            </a:extLst>
          </p:cNvPr>
          <p:cNvSpPr>
            <a:spLocks xmlns:a="http://schemas.openxmlformats.org/drawingml/2006/main" noGrp="1"/>
          </p:cNvSpPr>
          <p:nvPr>
            <p:ph type="pic" idx="10"/>
          </p:nvPr>
        </p:nvSpPr>
        <p:spPr>
          <a:xfrm xmlns:a="http://schemas.openxmlformats.org/drawingml/2006/main">
            <a:off x="7440147" y="1016001"/>
            <a:ext cx="4405777" cy="3078479"/>
          </a:xfrm>
        </p:spPr>
        <p:txBody>
          <a:bodyPr xmlns:a="http://schemas.openxmlformats.org/drawingml/2006/main"/>
          <a:lstStyle xmlns:a="http://schemas.openxmlformats.org/drawingml/2006/main"/>
          <a:p xmlns:a="http://schemas.openxmlformats.org/drawingml/2006/main">
            <a:endParaRPr/>
          </a:p>
        </p:txBody>
      </p:sp>
      <p:sp>
        <p:nvSpPr>
          <p:cNvPr id="28" name="Рисунок 9">
            <a:extLst xmlns:a="http://schemas.openxmlformats.org/drawingml/2006/main">
              <a:ext uri="{FF2B5EF4-FFF2-40B4-BE49-F238E27FC236}">
                <a16:creationId xmlns:a16="http://schemas.microsoft.com/office/drawing/2014/main" id="{C157B27F-5477-43C4-BE9E-F7CF2A081F1A}"/>
              </a:ext>
            </a:extLst>
          </p:cNvPr>
          <p:cNvSpPr>
            <a:spLocks xmlns:a="http://schemas.openxmlformats.org/drawingml/2006/main" noGrp="1"/>
          </p:cNvSpPr>
          <p:nvPr>
            <p:ph type="pic" idx="11"/>
          </p:nvPr>
        </p:nvSpPr>
        <p:spPr>
          <a:xfrm xmlns:a="http://schemas.openxmlformats.org/drawingml/2006/main">
            <a:off x="7440149" y="4389108"/>
            <a:ext cx="4405775" cy="1811668"/>
          </a:xfrm>
        </p:spPr>
        <p:txBody>
          <a:bodyPr xmlns:a="http://schemas.openxmlformats.org/drawingml/2006/main"/>
          <a:lstStyle xmlns:a="http://schemas.openxmlformats.org/drawingml/2006/main"/>
          <a:p xmlns:a="http://schemas.openxmlformats.org/drawingml/2006/main">
            <a:endParaRPr/>
          </a:p>
        </p:txBody>
      </p:sp>
      <p:sp>
        <p:nvSpPr>
          <p:cNvPr id="29" name="Рисунок 11">
            <a:extLst xmlns:a="http://schemas.openxmlformats.org/drawingml/2006/main">
              <a:ext uri="{FF2B5EF4-FFF2-40B4-BE49-F238E27FC236}">
                <a16:creationId xmlns:a16="http://schemas.microsoft.com/office/drawing/2014/main" id="{3E695B26-F7D2-4380-AAA1-0FB24A689AAD}"/>
              </a:ext>
            </a:extLst>
          </p:cNvPr>
          <p:cNvSpPr>
            <a:spLocks xmlns:a="http://schemas.openxmlformats.org/drawingml/2006/main" noGrp="1"/>
          </p:cNvSpPr>
          <p:nvPr>
            <p:ph type="pic" idx="12"/>
          </p:nvPr>
        </p:nvSpPr>
        <p:spPr>
          <a:xfrm xmlns:a="http://schemas.openxmlformats.org/drawingml/2006/main">
            <a:off x="346075" y="3223948"/>
            <a:ext cx="6806142" cy="2976827"/>
          </a:xfrm>
        </p:spPr>
        <p:txBody>
          <a:bodyPr xmlns:a="http://schemas.openxmlformats.org/drawingml/2006/main"/>
          <a:lstStyle xmlns:a="http://schemas.openxmlformats.org/drawingml/2006/main"/>
          <a:p xmlns:a="http://schemas.openxmlformats.org/drawingml/2006/main">
            <a:endParaRPr/>
          </a:p>
        </p:txBody>
      </p:sp>
      <p:sp>
        <p:nvSpPr>
          <p:cNvPr id="30" name="Текст 15">
            <a:extLst xmlns:a="http://schemas.openxmlformats.org/drawingml/2006/main">
              <a:ext uri="{FF2B5EF4-FFF2-40B4-BE49-F238E27FC236}">
                <a16:creationId xmlns:a16="http://schemas.microsoft.com/office/drawing/2014/main" id="{7EA2CF14-9D94-4B6F-AAA7-0B38CBB654CE}"/>
              </a:ext>
            </a:extLst>
          </p:cNvPr>
          <p:cNvSpPr>
            <a:spLocks xmlns:a="http://schemas.openxmlformats.org/drawingml/2006/main" noGrp="1"/>
          </p:cNvSpPr>
          <p:nvPr>
            <p:ph type="body" idx="14"/>
          </p:nvPr>
        </p:nvSpPr>
        <p:spPr>
          <a:xfrm xmlns:a="http://schemas.openxmlformats.org/drawingml/2006/main">
            <a:off x="346075" y="1016001"/>
            <a:ext cx="6806142" cy="2029882"/>
          </a:xfr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3.xml><?xml version="1.0" encoding="utf-8"?>
<p:sldLayout xmlns:p="http://schemas.openxmlformats.org/presentationml/2006/main" preserve="1" userDrawn="1">
  <p:cSld name="Пункты">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82A4DA7B-A7D8-4443-AD1C-4C7CDC678488}"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1107"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3" name="Текст 101">
            <a:extLst xmlns:a="http://schemas.openxmlformats.org/drawingml/2006/main">
              <a:ext uri="{FF2B5EF4-FFF2-40B4-BE49-F238E27FC236}">
                <a16:creationId xmlns:a16="http://schemas.microsoft.com/office/drawing/2014/main" id="{B61EFF39-7063-4F67-A1C0-B9D05F3602E3}"/>
              </a:ext>
            </a:extLst>
          </p:cNvPr>
          <p:cNvSpPr>
            <a:spLocks xmlns:a="http://schemas.openxmlformats.org/drawingml/2006/main" noGrp="1"/>
          </p:cNvSpPr>
          <p:nvPr>
            <p:ph type="body" idx="14" hasCustomPrompt="1"/>
          </p:nvPr>
        </p:nvSpPr>
        <p:spPr>
          <a:xfrm xmlns:a="http://schemas.openxmlformats.org/drawingml/2006/main">
            <a:off x="1994303" y="2973742"/>
            <a:ext cx="2190810" cy="910516"/>
          </a:xfrm>
        </p:spPr>
        <p:txBody>
          <a:bodyPr xmlns:a="http://schemas.openxmlformats.org/drawingml/2006/main"/>
          <a:lstStyle xmlns:a="http://schemas.openxmlformats.org/drawingml/2006/main">
            <a:lvl1pPr marL="0" indent="0" algn="ctr">
              <a:buNone/>
              <a:defRPr/>
            </a:lvl1pPr>
          </a:lstStyle>
          <a:p xmlns:a="http://schemas.openxmlformats.org/drawingml/2006/main">
            <a:pPr lvl="0">
              <a:buNone/>
            </a:pPr>
            <a:r>
              <a:t>Текст</a:t>
            </a:r>
          </a:p>
        </p:txBody>
      </p:sp>
      <p:sp>
        <p:nvSpPr>
          <p:cNvPr id="75" name="Текст 74">
            <a:extLst xmlns:a="http://schemas.openxmlformats.org/drawingml/2006/main">
              <a:ext uri="{FF2B5EF4-FFF2-40B4-BE49-F238E27FC236}">
                <a16:creationId xmlns:a16="http://schemas.microsoft.com/office/drawing/2014/main" id="{A0F2F041-BB01-463D-9CD2-6A231D592408}"/>
              </a:ext>
            </a:extLst>
          </p:cNvPr>
          <p:cNvSpPr>
            <a:spLocks xmlns:a="http://schemas.openxmlformats.org/drawingml/2006/main" noGrp="1"/>
          </p:cNvSpPr>
          <p:nvPr>
            <p:ph type="body" idx="15"/>
          </p:nvPr>
        </p:nvSpPr>
        <p:spPr>
          <a:xfrm xmlns:a="http://schemas.openxmlformats.org/drawingml/2006/main">
            <a:off x="6662924" y="1588128"/>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6" name="Текст 74">
            <a:extLst xmlns:a="http://schemas.openxmlformats.org/drawingml/2006/main">
              <a:ext uri="{FF2B5EF4-FFF2-40B4-BE49-F238E27FC236}">
                <a16:creationId xmlns:a16="http://schemas.microsoft.com/office/drawing/2014/main" id="{58BDD636-A558-406A-A768-05FF3D12BD86}"/>
              </a:ext>
            </a:extLst>
          </p:cNvPr>
          <p:cNvSpPr>
            <a:spLocks xmlns:a="http://schemas.openxmlformats.org/drawingml/2006/main" noGrp="1"/>
          </p:cNvSpPr>
          <p:nvPr>
            <p:ph type="body" idx="16"/>
          </p:nvPr>
        </p:nvSpPr>
        <p:spPr>
          <a:xfrm xmlns:a="http://schemas.openxmlformats.org/drawingml/2006/main">
            <a:off x="6662924" y="2445138"/>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7" name="Текст 74">
            <a:extLst xmlns:a="http://schemas.openxmlformats.org/drawingml/2006/main">
              <a:ext uri="{FF2B5EF4-FFF2-40B4-BE49-F238E27FC236}">
                <a16:creationId xmlns:a16="http://schemas.microsoft.com/office/drawing/2014/main" id="{53EE4994-79EE-43D0-B40B-E2DE25879B80}"/>
              </a:ext>
            </a:extLst>
          </p:cNvPr>
          <p:cNvSpPr>
            <a:spLocks xmlns:a="http://schemas.openxmlformats.org/drawingml/2006/main" noGrp="1"/>
          </p:cNvSpPr>
          <p:nvPr>
            <p:ph type="body" idx="17"/>
          </p:nvPr>
        </p:nvSpPr>
        <p:spPr>
          <a:xfrm xmlns:a="http://schemas.openxmlformats.org/drawingml/2006/main">
            <a:off x="6662924" y="3302147"/>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8" name="Текст 74">
            <a:extLst xmlns:a="http://schemas.openxmlformats.org/drawingml/2006/main">
              <a:ext uri="{FF2B5EF4-FFF2-40B4-BE49-F238E27FC236}">
                <a16:creationId xmlns:a16="http://schemas.microsoft.com/office/drawing/2014/main" id="{4CD31D83-EE69-46A0-B5B2-B2969969DCFB}"/>
              </a:ext>
            </a:extLst>
          </p:cNvPr>
          <p:cNvSpPr>
            <a:spLocks xmlns:a="http://schemas.openxmlformats.org/drawingml/2006/main" noGrp="1"/>
          </p:cNvSpPr>
          <p:nvPr>
            <p:ph type="body" idx="18"/>
          </p:nvPr>
        </p:nvSpPr>
        <p:spPr>
          <a:xfrm xmlns:a="http://schemas.openxmlformats.org/drawingml/2006/main">
            <a:off x="6662924" y="4159156"/>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9" name="Текст 74">
            <a:extLst xmlns:a="http://schemas.openxmlformats.org/drawingml/2006/main">
              <a:ext uri="{FF2B5EF4-FFF2-40B4-BE49-F238E27FC236}">
                <a16:creationId xmlns:a16="http://schemas.microsoft.com/office/drawing/2014/main" id="{BFB2A4EF-E632-42AC-82F0-453D4A95A9E4}"/>
              </a:ext>
            </a:extLst>
          </p:cNvPr>
          <p:cNvSpPr>
            <a:spLocks xmlns:a="http://schemas.openxmlformats.org/drawingml/2006/main" noGrp="1"/>
          </p:cNvSpPr>
          <p:nvPr>
            <p:ph type="body" idx="19"/>
          </p:nvPr>
        </p:nvSpPr>
        <p:spPr>
          <a:xfrm xmlns:a="http://schemas.openxmlformats.org/drawingml/2006/main">
            <a:off x="6662924" y="5016166"/>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Tree>
  </p:cSld>
</p:sldLayout>
</file>

<file path=ppt/slideLayouts/slideLayout14.xml><?xml version="1.0" encoding="utf-8"?>
<p:sldLayout xmlns:p="http://schemas.openxmlformats.org/presentationml/2006/main" preserve="1" userDrawn="1">
  <p:cSld name="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4E505DF-C567-47F2-9374-60838F800101}"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1107"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26867"/>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626932"/>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807582"/>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3407647"/>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4584029"/>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5184094"/>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5.xml><?xml version="1.0" encoding="utf-8"?>
<p:sldLayout xmlns:p="http://schemas.openxmlformats.org/presentationml/2006/main" preserve="1" userDrawn="1">
  <p:cSld name="1_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2938A0C3-5C2F-47B8-B008-79A49A1195BA}"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49532"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16000"/>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395537"/>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284561"/>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60000"/>
                    <a:lumOff val="40000"/>
                  </a:schemeClr>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2664098"/>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3553122"/>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3932659"/>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8" name="Текст 35">
            <a:extLst xmlns:a="http://schemas.openxmlformats.org/drawingml/2006/main">
              <a:ext uri="{FF2B5EF4-FFF2-40B4-BE49-F238E27FC236}">
                <a16:creationId xmlns:a16="http://schemas.microsoft.com/office/drawing/2014/main" id="{6305AE9F-2B19-4EA1-A48B-435746C35E60}"/>
              </a:ext>
            </a:extLst>
          </p:cNvPr>
          <p:cNvSpPr>
            <a:spLocks xmlns:a="http://schemas.openxmlformats.org/drawingml/2006/main" noGrp="1"/>
          </p:cNvSpPr>
          <p:nvPr>
            <p:ph type="body" idx="26"/>
          </p:nvPr>
        </p:nvSpPr>
        <p:spPr>
          <a:xfrm xmlns:a="http://schemas.openxmlformats.org/drawingml/2006/main">
            <a:off x="6683077" y="4821684"/>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9" name="Текст 35">
            <a:extLst xmlns:a="http://schemas.openxmlformats.org/drawingml/2006/main">
              <a:ext uri="{FF2B5EF4-FFF2-40B4-BE49-F238E27FC236}">
                <a16:creationId xmlns:a16="http://schemas.microsoft.com/office/drawing/2014/main" id="{CF9D9CFB-62B9-4CE0-8770-0CB398D99F7E}"/>
              </a:ext>
            </a:extLst>
          </p:cNvPr>
          <p:cNvSpPr>
            <a:spLocks xmlns:a="http://schemas.openxmlformats.org/drawingml/2006/main" noGrp="1"/>
          </p:cNvSpPr>
          <p:nvPr>
            <p:ph type="body" idx="27"/>
          </p:nvPr>
        </p:nvSpPr>
        <p:spPr>
          <a:xfrm xmlns:a="http://schemas.openxmlformats.org/drawingml/2006/main">
            <a:off x="6683077" y="5201221"/>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6.xml><?xml version="1.0" encoding="utf-8"?>
<p:sldLayout xmlns:p="http://schemas.openxmlformats.org/presentationml/2006/main" preserve="1" userDrawn="1">
  <p:cSld name="2_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BF4F29EB-DFD0-428E-8E89-ED117A3553E3}"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7721"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16000"/>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395537"/>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284561"/>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60000"/>
                    <a:lumOff val="40000"/>
                  </a:schemeClr>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2664098"/>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3553122"/>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3932659"/>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8" name="Текст 35">
            <a:extLst xmlns:a="http://schemas.openxmlformats.org/drawingml/2006/main">
              <a:ext uri="{FF2B5EF4-FFF2-40B4-BE49-F238E27FC236}">
                <a16:creationId xmlns:a16="http://schemas.microsoft.com/office/drawing/2014/main" id="{6305AE9F-2B19-4EA1-A48B-435746C35E60}"/>
              </a:ext>
            </a:extLst>
          </p:cNvPr>
          <p:cNvSpPr>
            <a:spLocks xmlns:a="http://schemas.openxmlformats.org/drawingml/2006/main" noGrp="1"/>
          </p:cNvSpPr>
          <p:nvPr>
            <p:ph type="body" idx="26"/>
          </p:nvPr>
        </p:nvSpPr>
        <p:spPr>
          <a:xfrm xmlns:a="http://schemas.openxmlformats.org/drawingml/2006/main">
            <a:off x="6683077" y="4821684"/>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9" name="Текст 35">
            <a:extLst xmlns:a="http://schemas.openxmlformats.org/drawingml/2006/main">
              <a:ext uri="{FF2B5EF4-FFF2-40B4-BE49-F238E27FC236}">
                <a16:creationId xmlns:a16="http://schemas.microsoft.com/office/drawing/2014/main" id="{CF9D9CFB-62B9-4CE0-8770-0CB398D99F7E}"/>
              </a:ext>
            </a:extLst>
          </p:cNvPr>
          <p:cNvSpPr>
            <a:spLocks xmlns:a="http://schemas.openxmlformats.org/drawingml/2006/main" noGrp="1"/>
          </p:cNvSpPr>
          <p:nvPr>
            <p:ph type="body" idx="27"/>
          </p:nvPr>
        </p:nvSpPr>
        <p:spPr>
          <a:xfrm xmlns:a="http://schemas.openxmlformats.org/drawingml/2006/main">
            <a:off x="6683077" y="5201221"/>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7.xml><?xml version="1.0" encoding="utf-8"?>
<p:sldLayout xmlns:p="http://schemas.openxmlformats.org/presentationml/2006/main" preserve="1" userDrawn="1">
  <p:cSld name="Стадии">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52F0272-0FEA-44CE-966E-3D169B2F53D4}"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8" name="Текст 35">
            <a:extLst xmlns:a="http://schemas.openxmlformats.org/drawingml/2006/main">
              <a:ext uri="{FF2B5EF4-FFF2-40B4-BE49-F238E27FC236}">
                <a16:creationId xmlns:a16="http://schemas.microsoft.com/office/drawing/2014/main" id="{BE583EE3-33C6-4FCC-9F56-28AB0B4FCAD9}"/>
              </a:ext>
            </a:extLst>
          </p:cNvPr>
          <p:cNvSpPr>
            <a:spLocks xmlns:a="http://schemas.openxmlformats.org/drawingml/2006/main" noGrp="1"/>
          </p:cNvSpPr>
          <p:nvPr>
            <p:ph type="body" idx="26"/>
          </p:nvPr>
        </p:nvSpPr>
        <p:spPr>
          <a:xfrm xmlns:a="http://schemas.openxmlformats.org/drawingml/2006/main">
            <a:off x="346075"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9" name="Текст 35">
            <a:extLst xmlns:a="http://schemas.openxmlformats.org/drawingml/2006/main">
              <a:ext uri="{FF2B5EF4-FFF2-40B4-BE49-F238E27FC236}">
                <a16:creationId xmlns:a16="http://schemas.microsoft.com/office/drawing/2014/main" id="{AFEBE25F-FFFE-4B9D-94E7-7A69C7B0D747}"/>
              </a:ext>
            </a:extLst>
          </p:cNvPr>
          <p:cNvSpPr>
            <a:spLocks xmlns:a="http://schemas.openxmlformats.org/drawingml/2006/main" noGrp="1"/>
          </p:cNvSpPr>
          <p:nvPr>
            <p:ph type="body" idx="27"/>
          </p:nvPr>
        </p:nvSpPr>
        <p:spPr>
          <a:xfrm xmlns:a="http://schemas.openxmlformats.org/drawingml/2006/main">
            <a:off x="346075"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2" name="Текст 35">
            <a:extLst xmlns:a="http://schemas.openxmlformats.org/drawingml/2006/main">
              <a:ext uri="{FF2B5EF4-FFF2-40B4-BE49-F238E27FC236}">
                <a16:creationId xmlns:a16="http://schemas.microsoft.com/office/drawing/2014/main" id="{3E63DE62-DFB7-44A9-A85D-B687FAE797DC}"/>
              </a:ext>
            </a:extLst>
          </p:cNvPr>
          <p:cNvSpPr>
            <a:spLocks xmlns:a="http://schemas.openxmlformats.org/drawingml/2006/main" noGrp="1"/>
          </p:cNvSpPr>
          <p:nvPr>
            <p:ph type="body" idx="28"/>
          </p:nvPr>
        </p:nvSpPr>
        <p:spPr>
          <a:xfrm xmlns:a="http://schemas.openxmlformats.org/drawingml/2006/main">
            <a:off x="4832960"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3" name="Текст 35">
            <a:extLst xmlns:a="http://schemas.openxmlformats.org/drawingml/2006/main">
              <a:ext uri="{FF2B5EF4-FFF2-40B4-BE49-F238E27FC236}">
                <a16:creationId xmlns:a16="http://schemas.microsoft.com/office/drawing/2014/main" id="{65791B9B-D32F-4C66-AD0A-B1F3CB6B2B21}"/>
              </a:ext>
            </a:extLst>
          </p:cNvPr>
          <p:cNvSpPr>
            <a:spLocks xmlns:a="http://schemas.openxmlformats.org/drawingml/2006/main" noGrp="1"/>
          </p:cNvSpPr>
          <p:nvPr>
            <p:ph type="body" idx="29"/>
          </p:nvPr>
        </p:nvSpPr>
        <p:spPr>
          <a:xfrm xmlns:a="http://schemas.openxmlformats.org/drawingml/2006/main">
            <a:off x="4832960"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4" name="Текст 35">
            <a:extLst xmlns:a="http://schemas.openxmlformats.org/drawingml/2006/main">
              <a:ext uri="{FF2B5EF4-FFF2-40B4-BE49-F238E27FC236}">
                <a16:creationId xmlns:a16="http://schemas.microsoft.com/office/drawing/2014/main" id="{3052024B-27A5-4D0B-A7E7-5161FB0ED379}"/>
              </a:ext>
            </a:extLst>
          </p:cNvPr>
          <p:cNvSpPr>
            <a:spLocks xmlns:a="http://schemas.openxmlformats.org/drawingml/2006/main" noGrp="1"/>
          </p:cNvSpPr>
          <p:nvPr>
            <p:ph type="body" idx="30"/>
          </p:nvPr>
        </p:nvSpPr>
        <p:spPr>
          <a:xfrm xmlns:a="http://schemas.openxmlformats.org/drawingml/2006/main">
            <a:off x="9330862"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5" name="Текст 35">
            <a:extLst xmlns:a="http://schemas.openxmlformats.org/drawingml/2006/main">
              <a:ext uri="{FF2B5EF4-FFF2-40B4-BE49-F238E27FC236}">
                <a16:creationId xmlns:a16="http://schemas.microsoft.com/office/drawing/2014/main" id="{9DFC47B0-ECC1-49CE-99A3-DC05480669A7}"/>
              </a:ext>
            </a:extLst>
          </p:cNvPr>
          <p:cNvSpPr>
            <a:spLocks xmlns:a="http://schemas.openxmlformats.org/drawingml/2006/main" noGrp="1"/>
          </p:cNvSpPr>
          <p:nvPr>
            <p:ph type="body" idx="31"/>
          </p:nvPr>
        </p:nvSpPr>
        <p:spPr>
          <a:xfrm xmlns:a="http://schemas.openxmlformats.org/drawingml/2006/main">
            <a:off x="9330862"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6" name="Текст 35">
            <a:extLst xmlns:a="http://schemas.openxmlformats.org/drawingml/2006/main">
              <a:ext uri="{FF2B5EF4-FFF2-40B4-BE49-F238E27FC236}">
                <a16:creationId xmlns:a16="http://schemas.microsoft.com/office/drawing/2014/main" id="{3B86BD35-3919-4E07-B138-AAF7CFF7DF02}"/>
              </a:ext>
            </a:extLst>
          </p:cNvPr>
          <p:cNvSpPr>
            <a:spLocks xmlns:a="http://schemas.openxmlformats.org/drawingml/2006/main" noGrp="1"/>
          </p:cNvSpPr>
          <p:nvPr>
            <p:ph type="body" idx="32"/>
          </p:nvPr>
        </p:nvSpPr>
        <p:spPr>
          <a:xfrm xmlns:a="http://schemas.openxmlformats.org/drawingml/2006/main">
            <a:off x="2593517" y="4358152"/>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7" name="Текст 35">
            <a:extLst xmlns:a="http://schemas.openxmlformats.org/drawingml/2006/main">
              <a:ext uri="{FF2B5EF4-FFF2-40B4-BE49-F238E27FC236}">
                <a16:creationId xmlns:a16="http://schemas.microsoft.com/office/drawing/2014/main" id="{10D94F19-5929-4A71-8C96-769ED6DD0BAE}"/>
              </a:ext>
            </a:extLst>
          </p:cNvPr>
          <p:cNvSpPr>
            <a:spLocks xmlns:a="http://schemas.openxmlformats.org/drawingml/2006/main" noGrp="1"/>
          </p:cNvSpPr>
          <p:nvPr>
            <p:ph type="body" idx="33"/>
          </p:nvPr>
        </p:nvSpPr>
        <p:spPr>
          <a:xfrm xmlns:a="http://schemas.openxmlformats.org/drawingml/2006/main">
            <a:off x="2593517" y="4714154"/>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8" name="Текст 35">
            <a:extLst xmlns:a="http://schemas.openxmlformats.org/drawingml/2006/main">
              <a:ext uri="{FF2B5EF4-FFF2-40B4-BE49-F238E27FC236}">
                <a16:creationId xmlns:a16="http://schemas.microsoft.com/office/drawing/2014/main" id="{D84303F2-08F5-497F-BC9B-59F70995863F}"/>
              </a:ext>
            </a:extLst>
          </p:cNvPr>
          <p:cNvSpPr>
            <a:spLocks xmlns:a="http://schemas.openxmlformats.org/drawingml/2006/main" noGrp="1"/>
          </p:cNvSpPr>
          <p:nvPr>
            <p:ph type="body" idx="34"/>
          </p:nvPr>
        </p:nvSpPr>
        <p:spPr>
          <a:xfrm xmlns:a="http://schemas.openxmlformats.org/drawingml/2006/main">
            <a:off x="7080402" y="4358152"/>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9" name="Текст 35">
            <a:extLst xmlns:a="http://schemas.openxmlformats.org/drawingml/2006/main">
              <a:ext uri="{FF2B5EF4-FFF2-40B4-BE49-F238E27FC236}">
                <a16:creationId xmlns:a16="http://schemas.microsoft.com/office/drawing/2014/main" id="{EA5C32CD-4539-4313-8B67-943CB8F5EBD9}"/>
              </a:ext>
            </a:extLst>
          </p:cNvPr>
          <p:cNvSpPr>
            <a:spLocks xmlns:a="http://schemas.openxmlformats.org/drawingml/2006/main" noGrp="1"/>
          </p:cNvSpPr>
          <p:nvPr>
            <p:ph type="body" idx="35"/>
          </p:nvPr>
        </p:nvSpPr>
        <p:spPr>
          <a:xfrm xmlns:a="http://schemas.openxmlformats.org/drawingml/2006/main">
            <a:off x="7080402" y="4714154"/>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84256"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18.xml><?xml version="1.0" encoding="utf-8"?>
<p:sldLayout xmlns:p="http://schemas.openxmlformats.org/presentationml/2006/main" preserve="1" userDrawn="1">
  <p:cSld name="Проблема и решение">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062B0DBE-B5A9-470E-85A9-7CC062D5339A}"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57650"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30" name="Текст 35">
            <a:extLst xmlns:a="http://schemas.openxmlformats.org/drawingml/2006/main">
              <a:ext uri="{FF2B5EF4-FFF2-40B4-BE49-F238E27FC236}">
                <a16:creationId xmlns:a16="http://schemas.microsoft.com/office/drawing/2014/main" id="{2FAEFDC9-8968-4F3D-8F8F-5591D6F30FE0}"/>
              </a:ext>
            </a:extLst>
          </p:cNvPr>
          <p:cNvSpPr>
            <a:spLocks xmlns:a="http://schemas.openxmlformats.org/drawingml/2006/main" noGrp="1"/>
          </p:cNvSpPr>
          <p:nvPr>
            <p:ph type="body" idx="26" hasCustomPrompt="1"/>
          </p:nvPr>
        </p:nvSpPr>
        <p:spPr>
          <a:xfrm xmlns:a="http://schemas.openxmlformats.org/drawingml/2006/main">
            <a:off x="517027"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Описание проблемы </a:t>
            </a:r>
          </a:p>
        </p:txBody>
      </p:sp>
      <p:sp>
        <p:nvSpPr>
          <p:cNvPr id="152" name="Текст 35">
            <a:extLst xmlns:a="http://schemas.openxmlformats.org/drawingml/2006/main">
              <a:ext uri="{FF2B5EF4-FFF2-40B4-BE49-F238E27FC236}">
                <a16:creationId xmlns:a16="http://schemas.microsoft.com/office/drawing/2014/main" id="{A7C77525-23F2-401E-A901-0374D8239BBC}"/>
              </a:ext>
            </a:extLst>
          </p:cNvPr>
          <p:cNvSpPr>
            <a:spLocks xmlns:a="http://schemas.openxmlformats.org/drawingml/2006/main" noGrp="1"/>
          </p:cNvSpPr>
          <p:nvPr>
            <p:ph type="body" idx="31" hasCustomPrompt="1"/>
          </p:nvPr>
        </p:nvSpPr>
        <p:spPr>
          <a:xfrm xmlns:a="http://schemas.openxmlformats.org/drawingml/2006/main">
            <a:off x="4464542"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Примеры уже имеющихся способов решения данной проблемы</a:t>
            </a:r>
          </a:p>
        </p:txBody>
      </p:sp>
      <p:sp>
        <p:nvSpPr>
          <p:cNvPr id="153" name="Текст 35">
            <a:extLst xmlns:a="http://schemas.openxmlformats.org/drawingml/2006/main">
              <a:ext uri="{FF2B5EF4-FFF2-40B4-BE49-F238E27FC236}">
                <a16:creationId xmlns:a16="http://schemas.microsoft.com/office/drawing/2014/main" id="{D2F4E226-3842-4532-A60F-4E8C02DAD6DC}"/>
              </a:ext>
            </a:extLst>
          </p:cNvPr>
          <p:cNvSpPr>
            <a:spLocks xmlns:a="http://schemas.openxmlformats.org/drawingml/2006/main" noGrp="1"/>
          </p:cNvSpPr>
          <p:nvPr>
            <p:ph type="body" idx="32" hasCustomPrompt="1"/>
          </p:nvPr>
        </p:nvSpPr>
        <p:spPr>
          <a:xfrm xmlns:a="http://schemas.openxmlformats.org/drawingml/2006/main">
            <a:off x="8385481"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Ваше предложение решения данной проблемы</a:t>
            </a:r>
          </a:p>
        </p:txBody>
      </p:sp>
      <p:sp>
        <p:nvSpPr>
          <p:cNvPr id="189" name="Текст 35">
            <a:extLst xmlns:a="http://schemas.openxmlformats.org/drawingml/2006/main">
              <a:ext uri="{FF2B5EF4-FFF2-40B4-BE49-F238E27FC236}">
                <a16:creationId xmlns:a16="http://schemas.microsoft.com/office/drawing/2014/main" id="{C44A233F-7BDF-4F40-844F-FC23B1912AA4}"/>
              </a:ext>
            </a:extLst>
          </p:cNvPr>
          <p:cNvSpPr>
            <a:spLocks xmlns:a="http://schemas.openxmlformats.org/drawingml/2006/main" noGrp="1"/>
          </p:cNvSpPr>
          <p:nvPr>
            <p:ph type="body" idx="33" hasCustomPrompt="1"/>
          </p:nvPr>
        </p:nvSpPr>
        <p:spPr>
          <a:xfrm xmlns:a="http://schemas.openxmlformats.org/drawingml/2006/main">
            <a:off x="517027"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Проблема</a:t>
            </a:r>
          </a:p>
        </p:txBody>
      </p:sp>
      <p:sp>
        <p:nvSpPr>
          <p:cNvPr id="190" name="Текст 35">
            <a:extLst xmlns:a="http://schemas.openxmlformats.org/drawingml/2006/main">
              <a:ext uri="{FF2B5EF4-FFF2-40B4-BE49-F238E27FC236}">
                <a16:creationId xmlns:a16="http://schemas.microsoft.com/office/drawing/2014/main" id="{1683ED6E-2444-48B8-A78B-F1EBA53E21C2}"/>
              </a:ext>
            </a:extLst>
          </p:cNvPr>
          <p:cNvSpPr>
            <a:spLocks xmlns:a="http://schemas.openxmlformats.org/drawingml/2006/main" noGrp="1"/>
          </p:cNvSpPr>
          <p:nvPr>
            <p:ph type="body" idx="34" hasCustomPrompt="1"/>
          </p:nvPr>
        </p:nvSpPr>
        <p:spPr>
          <a:xfrm xmlns:a="http://schemas.openxmlformats.org/drawingml/2006/main">
            <a:off x="4464542"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Альтернативные решения</a:t>
            </a:r>
          </a:p>
        </p:txBody>
      </p:sp>
      <p:sp>
        <p:nvSpPr>
          <p:cNvPr id="191" name="Текст 35">
            <a:extLst xmlns:a="http://schemas.openxmlformats.org/drawingml/2006/main">
              <a:ext uri="{FF2B5EF4-FFF2-40B4-BE49-F238E27FC236}">
                <a16:creationId xmlns:a16="http://schemas.microsoft.com/office/drawing/2014/main" id="{B788F042-DAFC-4B5A-B1AA-8ADEFAAA9801}"/>
              </a:ext>
            </a:extLst>
          </p:cNvPr>
          <p:cNvSpPr>
            <a:spLocks xmlns:a="http://schemas.openxmlformats.org/drawingml/2006/main" noGrp="1"/>
          </p:cNvSpPr>
          <p:nvPr>
            <p:ph type="body" idx="35" hasCustomPrompt="1"/>
          </p:nvPr>
        </p:nvSpPr>
        <p:spPr>
          <a:xfrm xmlns:a="http://schemas.openxmlformats.org/drawingml/2006/main">
            <a:off x="8385481"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Решение</a:t>
            </a:r>
          </a:p>
        </p:txBody>
      </p:sp>
    </p:spTree>
  </p:cSld>
</p:sldLayout>
</file>

<file path=ppt/slideLayouts/slideLayout19.xml><?xml version="1.0" encoding="utf-8"?>
<p:sldLayout xmlns:p="http://schemas.openxmlformats.org/presentationml/2006/main" preserve="1" userDrawn="1">
  <p:cSld name="Демо_1">
    <p:spTree>
      <p:nvGrpSpPr>
        <p:cNvPr id="1" name=""/>
        <p:cNvGrpSpPr/>
        <p:nvPr/>
      </p:nvGrpSpPr>
      <p:grpSpPr>
        <a:xfrm xmlns:a="http://schemas.openxmlformats.org/drawingml/2006/main"/>
      </p:grpSpPr>
      <p:sp>
        <p:nvSpPr>
          <p:cNvPr id="79" name="Picture Placeholder 1">
            <a:extLst xmlns:a="http://schemas.openxmlformats.org/drawingml/2006/main">
              <a:ext uri="{FF2B5EF4-FFF2-40B4-BE49-F238E27FC236}">
                <a16:creationId xmlns:a16="http://schemas.microsoft.com/office/drawing/2014/main" id="{F4BB4485-D5EB-48AD-A465-1B1299C88CD1}"/>
              </a:ext>
            </a:extLst>
          </p:cNvPr>
          <p:cNvSpPr>
            <a:spLocks xmlns:a="http://schemas.openxmlformats.org/drawingml/2006/main" noGrp="1"/>
          </p:cNvSpPr>
          <p:nvPr>
            <p:ph type="pic" idx="14"/>
          </p:nvPr>
        </p:nvSpPr>
        <p:spPr>
          <a:xfrm xmlns:a="http://schemas.openxmlformats.org/drawingml/2006/main">
            <a:off x="4162940" y="1264478"/>
            <a:ext cx="3866121" cy="2436377"/>
          </a:xfrm>
        </p:spPr>
      </p:sp>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D396B86-640F-4AD1-BBB2-E085B6CD8771}"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8" name="Текст 7">
            <a:extLst xmlns:a="http://schemas.openxmlformats.org/drawingml/2006/main">
              <a:ext uri="{FF2B5EF4-FFF2-40B4-BE49-F238E27FC236}">
                <a16:creationId xmlns:a16="http://schemas.microsoft.com/office/drawing/2014/main" id="{8340B20B-0618-415E-8908-3C85578C4D16}"/>
              </a:ext>
            </a:extLst>
          </p:cNvPr>
          <p:cNvSpPr>
            <a:spLocks xmlns:a="http://schemas.openxmlformats.org/drawingml/2006/main" noGrp="1"/>
          </p:cNvSpPr>
          <p:nvPr>
            <p:ph type="body" idx="15"/>
          </p:nvPr>
        </p:nvSpPr>
        <p:spPr>
          <a:xfrm xmlns:a="http://schemas.openxmlformats.org/drawingml/2006/main">
            <a:off x="346075"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0" name="Текст 7">
            <a:extLst xmlns:a="http://schemas.openxmlformats.org/drawingml/2006/main">
              <a:ext uri="{FF2B5EF4-FFF2-40B4-BE49-F238E27FC236}">
                <a16:creationId xmlns:a16="http://schemas.microsoft.com/office/drawing/2014/main" id="{47A76FC9-6FDA-4102-9D33-F9766B07D3E6}"/>
              </a:ext>
            </a:extLst>
          </p:cNvPr>
          <p:cNvSpPr>
            <a:spLocks xmlns:a="http://schemas.openxmlformats.org/drawingml/2006/main" noGrp="1"/>
          </p:cNvSpPr>
          <p:nvPr>
            <p:ph type="body" idx="16"/>
          </p:nvPr>
        </p:nvSpPr>
        <p:spPr>
          <a:xfrm xmlns:a="http://schemas.openxmlformats.org/drawingml/2006/main">
            <a:off x="4240502"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1" name="Текст 7">
            <a:extLst xmlns:a="http://schemas.openxmlformats.org/drawingml/2006/main">
              <a:ext uri="{FF2B5EF4-FFF2-40B4-BE49-F238E27FC236}">
                <a16:creationId xmlns:a16="http://schemas.microsoft.com/office/drawing/2014/main" id="{7C8F4076-BB2C-4FA3-9BAD-5EF87B638D5F}"/>
              </a:ext>
            </a:extLst>
          </p:cNvPr>
          <p:cNvSpPr>
            <a:spLocks xmlns:a="http://schemas.openxmlformats.org/drawingml/2006/main" noGrp="1"/>
          </p:cNvSpPr>
          <p:nvPr>
            <p:ph type="body" idx="17"/>
          </p:nvPr>
        </p:nvSpPr>
        <p:spPr>
          <a:xfrm xmlns:a="http://schemas.openxmlformats.org/drawingml/2006/main">
            <a:off x="8230203"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Tree>
  </p:cSld>
</p:sldLayout>
</file>

<file path=ppt/slideLayouts/slideLayout20.xml><?xml version="1.0" encoding="utf-8"?>
<p:sldLayout xmlns:p="http://schemas.openxmlformats.org/presentationml/2006/main" preserve="1" userDrawn="1">
  <p:cSld name="1_Демо_1">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3AF0E63-1EB1-47F5-B09E-CA3E5DE528F3}"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53289"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8" name="Текст 7">
            <a:extLst xmlns:a="http://schemas.openxmlformats.org/drawingml/2006/main">
              <a:ext uri="{FF2B5EF4-FFF2-40B4-BE49-F238E27FC236}">
                <a16:creationId xmlns:a16="http://schemas.microsoft.com/office/drawing/2014/main" id="{8340B20B-0618-415E-8908-3C85578C4D16}"/>
              </a:ext>
            </a:extLst>
          </p:cNvPr>
          <p:cNvSpPr>
            <a:spLocks xmlns:a="http://schemas.openxmlformats.org/drawingml/2006/main" noGrp="1"/>
          </p:cNvSpPr>
          <p:nvPr>
            <p:ph type="body" idx="15"/>
          </p:nvPr>
        </p:nvSpPr>
        <p:spPr>
          <a:xfrm xmlns:a="http://schemas.openxmlformats.org/drawingml/2006/main">
            <a:off x="1210643" y="4324451"/>
            <a:ext cx="4121687" cy="161226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0" name="Текст 7">
            <a:extLst xmlns:a="http://schemas.openxmlformats.org/drawingml/2006/main">
              <a:ext uri="{FF2B5EF4-FFF2-40B4-BE49-F238E27FC236}">
                <a16:creationId xmlns:a16="http://schemas.microsoft.com/office/drawing/2014/main" id="{47A76FC9-6FDA-4102-9D33-F9766B07D3E6}"/>
              </a:ext>
            </a:extLst>
          </p:cNvPr>
          <p:cNvSpPr>
            <a:spLocks xmlns:a="http://schemas.openxmlformats.org/drawingml/2006/main" noGrp="1"/>
          </p:cNvSpPr>
          <p:nvPr>
            <p:ph type="body" idx="16"/>
          </p:nvPr>
        </p:nvSpPr>
        <p:spPr>
          <a:xfrm xmlns:a="http://schemas.openxmlformats.org/drawingml/2006/main">
            <a:off x="6857950" y="4324451"/>
            <a:ext cx="4121687" cy="161226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79" name="Picture Placeholder 1">
            <a:extLst xmlns:a="http://schemas.openxmlformats.org/drawingml/2006/main">
              <a:ext uri="{FF2B5EF4-FFF2-40B4-BE49-F238E27FC236}">
                <a16:creationId xmlns:a16="http://schemas.microsoft.com/office/drawing/2014/main" id="{F4BB4485-D5EB-48AD-A465-1B1299C88CD1}"/>
              </a:ext>
            </a:extLst>
          </p:cNvPr>
          <p:cNvSpPr>
            <a:spLocks xmlns:a="http://schemas.openxmlformats.org/drawingml/2006/main" noGrp="1"/>
          </p:cNvSpPr>
          <p:nvPr>
            <p:ph type="pic" idx="14"/>
          </p:nvPr>
        </p:nvSpPr>
        <p:spPr>
          <a:xfrm xmlns:a="http://schemas.openxmlformats.org/drawingml/2006/main">
            <a:off x="1210642" y="1577998"/>
            <a:ext cx="4121688" cy="2283975"/>
          </a:xfrm>
        </p:spPr>
      </p:sp>
      <p:sp>
        <p:nvSpPr>
          <p:cNvPr id="123" name="Picture Placeholder 1">
            <a:extLst xmlns:a="http://schemas.openxmlformats.org/drawingml/2006/main">
              <a:ext uri="{FF2B5EF4-FFF2-40B4-BE49-F238E27FC236}">
                <a16:creationId xmlns:a16="http://schemas.microsoft.com/office/drawing/2014/main" id="{C7FB8BAF-17B6-40DC-9912-73B3494AC45E}"/>
              </a:ext>
            </a:extLst>
          </p:cNvPr>
          <p:cNvSpPr>
            <a:spLocks xmlns:a="http://schemas.openxmlformats.org/drawingml/2006/main" noGrp="1"/>
          </p:cNvSpPr>
          <p:nvPr>
            <p:ph type="pic" idx="18"/>
          </p:nvPr>
        </p:nvSpPr>
        <p:spPr>
          <a:xfrm xmlns:a="http://schemas.openxmlformats.org/drawingml/2006/main">
            <a:off x="6855540" y="1577998"/>
            <a:ext cx="4121688" cy="2283975"/>
          </a:xfrm>
        </p:spPr>
      </p:sp>
    </p:spTree>
  </p:cSld>
</p:sldLayout>
</file>

<file path=ppt/slideLayouts/slideLayout21.xml><?xml version="1.0" encoding="utf-8"?>
<p:sldLayout xmlns:p="http://schemas.openxmlformats.org/presentationml/2006/main" preserve="1" userDrawn="1">
  <p:cSld name="2_Демо_1">
    <p:spTree>
      <p:nvGrpSpPr>
        <p:cNvPr id="1" name=""/>
        <p:cNvGrpSpPr/>
        <p:nvPr/>
      </p:nvGrpSpPr>
      <p:grpSpPr>
        <a:xfrm xmlns:a="http://schemas.openxmlformats.org/drawingml/2006/main"/>
      </p:grpSpPr>
      <p:sp>
        <p:nvSpPr>
          <p:cNvPr id="125" name="Picture Placeholder 1">
            <a:extLst xmlns:a="http://schemas.openxmlformats.org/drawingml/2006/main">
              <a:ext uri="{FF2B5EF4-FFF2-40B4-BE49-F238E27FC236}">
                <a16:creationId xmlns:a16="http://schemas.microsoft.com/office/drawing/2014/main" id="{2E6A2544-8689-48EB-9658-2D1DE4E48784}"/>
              </a:ext>
            </a:extLst>
          </p:cNvPr>
          <p:cNvSpPr>
            <a:spLocks xmlns:a="http://schemas.openxmlformats.org/drawingml/2006/main" noGrp="1"/>
          </p:cNvSpPr>
          <p:nvPr>
            <p:ph type="pic" idx="14"/>
          </p:nvPr>
        </p:nvSpPr>
        <p:spPr>
          <a:xfrm xmlns:a="http://schemas.openxmlformats.org/drawingml/2006/main">
            <a:off x="5009872" y="1235915"/>
            <a:ext cx="2172255" cy="4602697"/>
          </a:xfrm>
          <a:prstGeom xmlns:a="http://schemas.openxmlformats.org/drawingml/2006/main" prst="roundRect">
            <a:avLst>
              <a:gd name="adj" fmla="val 12528"/>
            </a:avLst>
          </a:prstGeom>
          <a:noFill xmlns:a="http://schemas.openxmlformats.org/drawingml/2006/main"/>
        </p:spPr>
      </p:sp>
      <p:sp>
        <p:nvSpPr>
          <p:cNvPr id="130" name="Текст 35">
            <a:extLst xmlns:a="http://schemas.openxmlformats.org/drawingml/2006/main">
              <a:ext uri="{FF2B5EF4-FFF2-40B4-BE49-F238E27FC236}">
                <a16:creationId xmlns:a16="http://schemas.microsoft.com/office/drawing/2014/main" id="{34F2EADD-49A3-44E7-AC8B-D07BF1B4F1A8}"/>
              </a:ext>
            </a:extLst>
          </p:cNvPr>
          <p:cNvSpPr>
            <a:spLocks xmlns:a="http://schemas.openxmlformats.org/drawingml/2006/main" noGrp="1"/>
          </p:cNvSpPr>
          <p:nvPr>
            <p:ph type="body" idx="21"/>
          </p:nvPr>
        </p:nvSpPr>
        <p:spPr>
          <a:xfrm xmlns:a="http://schemas.openxmlformats.org/drawingml/2006/main">
            <a:off x="356349" y="1641283"/>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46" name="Текст 35">
            <a:extLst xmlns:a="http://schemas.openxmlformats.org/drawingml/2006/main">
              <a:ext uri="{FF2B5EF4-FFF2-40B4-BE49-F238E27FC236}">
                <a16:creationId xmlns:a16="http://schemas.microsoft.com/office/drawing/2014/main" id="{15551546-3EE0-4A54-9DEE-1E9FEBF43B2F}"/>
              </a:ext>
            </a:extLst>
          </p:cNvPr>
          <p:cNvSpPr>
            <a:spLocks xmlns:a="http://schemas.openxmlformats.org/drawingml/2006/main" noGrp="1"/>
          </p:cNvSpPr>
          <p:nvPr>
            <p:ph type="body" idx="18"/>
          </p:nvPr>
        </p:nvSpPr>
        <p:spPr>
          <a:xfrm xmlns:a="http://schemas.openxmlformats.org/drawingml/2006/main">
            <a:off x="356349" y="2020820"/>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7" name="Текст 35">
            <a:extLst xmlns:a="http://schemas.openxmlformats.org/drawingml/2006/main">
              <a:ext uri="{FF2B5EF4-FFF2-40B4-BE49-F238E27FC236}">
                <a16:creationId xmlns:a16="http://schemas.microsoft.com/office/drawing/2014/main" id="{9D9ADB6F-AC53-4034-92EE-80435562B80A}"/>
              </a:ext>
            </a:extLst>
          </p:cNvPr>
          <p:cNvSpPr>
            <a:spLocks xmlns:a="http://schemas.openxmlformats.org/drawingml/2006/main" noGrp="1"/>
          </p:cNvSpPr>
          <p:nvPr>
            <p:ph type="body" idx="22"/>
          </p:nvPr>
        </p:nvSpPr>
        <p:spPr>
          <a:xfrm xmlns:a="http://schemas.openxmlformats.org/drawingml/2006/main">
            <a:off x="8040021" y="1641283"/>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20000"/>
                    <a:lumOff val="80000"/>
                  </a:schemeClr>
                </a:solidFill>
              </a:defRPr>
            </a:lvl1pPr>
          </a:lstStyle>
          <a:p xmlns:a="http://schemas.openxmlformats.org/drawingml/2006/main">
            <a:pPr lvl="0">
              <a:buNone/>
            </a:pPr>
            <a:r>
              <a:t>Образец текста</a:t>
            </a:r>
          </a:p>
        </p:txBody>
      </p:sp>
      <p:sp>
        <p:nvSpPr>
          <p:cNvPr id="148" name="Текст 35">
            <a:extLst xmlns:a="http://schemas.openxmlformats.org/drawingml/2006/main">
              <a:ext uri="{FF2B5EF4-FFF2-40B4-BE49-F238E27FC236}">
                <a16:creationId xmlns:a16="http://schemas.microsoft.com/office/drawing/2014/main" id="{EAB22390-1508-4419-B1B3-375A734DF0EE}"/>
              </a:ext>
            </a:extLst>
          </p:cNvPr>
          <p:cNvSpPr>
            <a:spLocks xmlns:a="http://schemas.openxmlformats.org/drawingml/2006/main" noGrp="1"/>
          </p:cNvSpPr>
          <p:nvPr>
            <p:ph type="body" idx="23"/>
          </p:nvPr>
        </p:nvSpPr>
        <p:spPr>
          <a:xfrm xmlns:a="http://schemas.openxmlformats.org/drawingml/2006/main">
            <a:off x="8040021" y="2020820"/>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9" name="Текст 35">
            <a:extLst xmlns:a="http://schemas.openxmlformats.org/drawingml/2006/main">
              <a:ext uri="{FF2B5EF4-FFF2-40B4-BE49-F238E27FC236}">
                <a16:creationId xmlns:a16="http://schemas.microsoft.com/office/drawing/2014/main" id="{FF699DD2-8E32-4C98-8444-90139EB2FDC6}"/>
              </a:ext>
            </a:extLst>
          </p:cNvPr>
          <p:cNvSpPr>
            <a:spLocks xmlns:a="http://schemas.openxmlformats.org/drawingml/2006/main" noGrp="1"/>
          </p:cNvSpPr>
          <p:nvPr>
            <p:ph type="body" idx="24"/>
          </p:nvPr>
        </p:nvSpPr>
        <p:spPr>
          <a:xfrm xmlns:a="http://schemas.openxmlformats.org/drawingml/2006/main">
            <a:off x="356349" y="3864598"/>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50" name="Текст 35">
            <a:extLst xmlns:a="http://schemas.openxmlformats.org/drawingml/2006/main">
              <a:ext uri="{FF2B5EF4-FFF2-40B4-BE49-F238E27FC236}">
                <a16:creationId xmlns:a16="http://schemas.microsoft.com/office/drawing/2014/main" id="{6496F1D2-4B4B-412C-B228-1C27099F20D3}"/>
              </a:ext>
            </a:extLst>
          </p:cNvPr>
          <p:cNvSpPr>
            <a:spLocks xmlns:a="http://schemas.openxmlformats.org/drawingml/2006/main" noGrp="1"/>
          </p:cNvSpPr>
          <p:nvPr>
            <p:ph type="body" idx="25"/>
          </p:nvPr>
        </p:nvSpPr>
        <p:spPr>
          <a:xfrm xmlns:a="http://schemas.openxmlformats.org/drawingml/2006/main">
            <a:off x="356349" y="4244135"/>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51" name="Текст 35">
            <a:extLst xmlns:a="http://schemas.openxmlformats.org/drawingml/2006/main">
              <a:ext uri="{FF2B5EF4-FFF2-40B4-BE49-F238E27FC236}">
                <a16:creationId xmlns:a16="http://schemas.microsoft.com/office/drawing/2014/main" id="{55E268D8-B309-4AA0-8E1B-30DF4A867252}"/>
              </a:ext>
            </a:extLst>
          </p:cNvPr>
          <p:cNvSpPr>
            <a:spLocks xmlns:a="http://schemas.openxmlformats.org/drawingml/2006/main" noGrp="1"/>
          </p:cNvSpPr>
          <p:nvPr>
            <p:ph type="body" idx="26"/>
          </p:nvPr>
        </p:nvSpPr>
        <p:spPr>
          <a:xfrm xmlns:a="http://schemas.openxmlformats.org/drawingml/2006/main">
            <a:off x="8040021" y="3864598"/>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52" name="Текст 35">
            <a:extLst xmlns:a="http://schemas.openxmlformats.org/drawingml/2006/main">
              <a:ext uri="{FF2B5EF4-FFF2-40B4-BE49-F238E27FC236}">
                <a16:creationId xmlns:a16="http://schemas.microsoft.com/office/drawing/2014/main" id="{E6797EA4-A26A-41BA-A1AB-8E1F9B9574DE}"/>
              </a:ext>
            </a:extLst>
          </p:cNvPr>
          <p:cNvSpPr>
            <a:spLocks xmlns:a="http://schemas.openxmlformats.org/drawingml/2006/main" noGrp="1"/>
          </p:cNvSpPr>
          <p:nvPr>
            <p:ph type="body" idx="27"/>
          </p:nvPr>
        </p:nvSpPr>
        <p:spPr>
          <a:xfrm xmlns:a="http://schemas.openxmlformats.org/drawingml/2006/main">
            <a:off x="8040021" y="4244135"/>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cxnSp>
        <p:nvCxnSpPr>
          <p:cNvPr id="168" name="Google Shape;2799;p94">
            <a:extLst xmlns:a="http://schemas.openxmlformats.org/drawingml/2006/main">
              <a:ext uri="{FF2B5EF4-FFF2-40B4-BE49-F238E27FC236}">
                <a16:creationId xmlns:a16="http://schemas.microsoft.com/office/drawing/2014/main" id="{19971ECD-DCED-4067-8E43-0D35FB2AD823}"/>
              </a:ext>
            </a:extLst>
          </p:cNvPr>
          <p:cNvCxnSpPr/>
          <p:nvPr/>
        </p:nvCxnSpPr>
        <p:spPr>
          <a:xfrm xmlns:a="http://schemas.openxmlformats.org/drawingml/2006/main">
            <a:off x="4244694" y="1870413"/>
            <a:ext cx="686698" cy="0"/>
          </a:xfrm>
          <a:prstGeom xmlns:a="http://schemas.openxmlformats.org/drawingml/2006/main" prst="straightConnector1">
            <a:avLst/>
          </a:prstGeom>
          <a:ln xmlns:a="http://schemas.openxmlformats.org/drawingml/2006/main" w="25400" cap="flat">
            <a:solidFill>
              <a:schemeClr val="accent1"/>
            </a:solidFill>
            <a:prstDash val="solid"/>
            <a:round/>
            <a:headEnd type="none" w="med" len="med"/>
            <a:tailEnd type="none" w="med" len="med"/>
          </a:ln>
        </p:spPr>
      </p:cxnSp>
      <p:cxnSp>
        <p:nvCxnSpPr>
          <p:cNvPr id="169" name="Google Shape;2799;p94">
            <a:extLst xmlns:a="http://schemas.openxmlformats.org/drawingml/2006/main">
              <a:ext uri="{FF2B5EF4-FFF2-40B4-BE49-F238E27FC236}">
                <a16:creationId xmlns:a16="http://schemas.microsoft.com/office/drawing/2014/main" id="{9DE983E3-8CAD-4DDA-89EB-8A15A93A479C}"/>
              </a:ext>
            </a:extLst>
          </p:cNvPr>
          <p:cNvCxnSpPr/>
          <p:nvPr/>
        </p:nvCxnSpPr>
        <p:spPr>
          <a:xfrm xmlns:a="http://schemas.openxmlformats.org/drawingml/2006/main">
            <a:off x="4244694" y="4094630"/>
            <a:ext cx="686698" cy="0"/>
          </a:xfrm>
          <a:prstGeom xmlns:a="http://schemas.openxmlformats.org/drawingml/2006/main" prst="straightConnector1">
            <a:avLst/>
          </a:prstGeom>
          <a:ln xmlns:a="http://schemas.openxmlformats.org/drawingml/2006/main" w="25400" cap="flat">
            <a:solidFill>
              <a:schemeClr val="accent5"/>
            </a:solidFill>
            <a:prstDash val="solid"/>
            <a:round/>
            <a:headEnd type="none" w="med" len="med"/>
            <a:tailEnd type="none" w="med" len="med"/>
          </a:ln>
        </p:spPr>
      </p:cxnSp>
      <p:cxnSp>
        <p:nvCxnSpPr>
          <p:cNvPr id="170" name="Google Shape;2799;p94">
            <a:extLst xmlns:a="http://schemas.openxmlformats.org/drawingml/2006/main">
              <a:ext uri="{FF2B5EF4-FFF2-40B4-BE49-F238E27FC236}">
                <a16:creationId xmlns:a16="http://schemas.microsoft.com/office/drawing/2014/main" id="{F9DEDDBA-BE4A-4B61-AB91-0CC9FE456831}"/>
              </a:ext>
            </a:extLst>
          </p:cNvPr>
          <p:cNvCxnSpPr/>
          <p:nvPr/>
        </p:nvCxnSpPr>
        <p:spPr>
          <a:xfrm xmlns:a="http://schemas.openxmlformats.org/drawingml/2006/main">
            <a:off x="7250583" y="1870413"/>
            <a:ext cx="686698" cy="0"/>
          </a:xfrm>
          <a:prstGeom xmlns:a="http://schemas.openxmlformats.org/drawingml/2006/main" prst="straightConnector1">
            <a:avLst/>
          </a:prstGeom>
          <a:ln xmlns:a="http://schemas.openxmlformats.org/drawingml/2006/main" w="25400" cap="flat">
            <a:solidFill>
              <a:schemeClr val="accent5">
                <a:lumMod val="20000"/>
                <a:lumOff val="80000"/>
              </a:schemeClr>
            </a:solidFill>
            <a:prstDash val="solid"/>
            <a:round/>
            <a:headEnd type="none" w="med" len="med"/>
            <a:tailEnd type="none" w="med" len="med"/>
          </a:ln>
        </p:spPr>
      </p:cxnSp>
      <p:cxnSp>
        <p:nvCxnSpPr>
          <p:cNvPr id="171" name="Google Shape;2799;p94">
            <a:extLst xmlns:a="http://schemas.openxmlformats.org/drawingml/2006/main">
              <a:ext uri="{FF2B5EF4-FFF2-40B4-BE49-F238E27FC236}">
                <a16:creationId xmlns:a16="http://schemas.microsoft.com/office/drawing/2014/main" id="{56BBBE21-7E6E-468F-8A90-9FEB34C6FF96}"/>
              </a:ext>
            </a:extLst>
          </p:cNvPr>
          <p:cNvCxnSpPr/>
          <p:nvPr/>
        </p:nvCxnSpPr>
        <p:spPr>
          <a:xfrm xmlns:a="http://schemas.openxmlformats.org/drawingml/2006/main">
            <a:off x="7250583" y="4094630"/>
            <a:ext cx="686698" cy="0"/>
          </a:xfrm>
          <a:prstGeom xmlns:a="http://schemas.openxmlformats.org/drawingml/2006/main" prst="straightConnector1">
            <a:avLst/>
          </a:prstGeom>
          <a:ln xmlns:a="http://schemas.openxmlformats.org/drawingml/2006/main" w="25400" cap="flat">
            <a:solidFill>
              <a:schemeClr val="accent3"/>
            </a:solidFill>
            <a:prstDash val="solid"/>
            <a:round/>
            <a:headEnd type="none" w="med" len="med"/>
            <a:tailEnd type="none" w="med" len="med"/>
          </a:ln>
        </p:spPr>
      </p:cxnSp>
      <p:sp>
        <p:nvSpPr>
          <p:cNvPr id="4" name="Заголовок 3">
            <a:extLst xmlns:a="http://schemas.openxmlformats.org/drawingml/2006/main">
              <a:ext uri="{FF2B5EF4-FFF2-40B4-BE49-F238E27FC236}">
                <a16:creationId xmlns:a16="http://schemas.microsoft.com/office/drawing/2014/main" id="{A19765B8-4F24-5E1F-432E-F592BFAF73C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Образец заголовка</a:t>
            </a:r>
          </a:p>
        </p:txBody>
      </p:sp>
      <p:sp>
        <p:nvSpPr>
          <p:cNvPr id="9" name="Дата 8">
            <a:extLst xmlns:a="http://schemas.openxmlformats.org/drawingml/2006/main">
              <a:ext uri="{FF2B5EF4-FFF2-40B4-BE49-F238E27FC236}">
                <a16:creationId xmlns:a16="http://schemas.microsoft.com/office/drawing/2014/main" id="{E19B813A-8796-C89A-4669-BFA5CA98F24A}"/>
              </a:ext>
            </a:extLst>
          </p:cNvPr>
          <p:cNvSpPr>
            <a:spLocks xmlns:a="http://schemas.openxmlformats.org/drawingml/2006/main" noGrp="1"/>
          </p:cNvSpPr>
          <p:nvPr>
            <p:ph type="dt" idx="28"/>
          </p:nvPr>
        </p:nvSpPr>
        <p:spPr/>
        <p:txBody>
          <a:bodyPr xmlns:a="http://schemas.openxmlformats.org/drawingml/2006/main"/>
          <a:lstStyle xmlns:a="http://schemas.openxmlformats.org/drawingml/2006/main"/>
          <a:p xmlns:a="http://schemas.openxmlformats.org/drawingml/2006/main">
            <a:fld id="{9D490EE5-ED7D-46E8-8345-A78A0CB0F4A4}" type="datetime1">
              <a:t>02.10.2026</a:t>
            </a:fld>
            <a:endParaRPr/>
          </a:p>
        </p:txBody>
      </p:sp>
      <p:sp>
        <p:nvSpPr>
          <p:cNvPr id="10" name="Нижний колонтитул 9">
            <a:extLst xmlns:a="http://schemas.openxmlformats.org/drawingml/2006/main">
              <a:ext uri="{FF2B5EF4-FFF2-40B4-BE49-F238E27FC236}">
                <a16:creationId xmlns:a16="http://schemas.microsoft.com/office/drawing/2014/main" id="{2648A9B9-3888-6E59-EA1C-76276C4EE93D}"/>
              </a:ext>
            </a:extLst>
          </p:cNvPr>
          <p:cNvSpPr>
            <a:spLocks xmlns:a="http://schemas.openxmlformats.org/drawingml/2006/main" noGrp="1"/>
          </p:cNvSpPr>
          <p:nvPr>
            <p:ph type="ftr" idx="29"/>
          </p:nvPr>
        </p:nvSpPr>
        <p:spPr/>
        <p:txBody>
          <a:bodyPr xmlns:a="http://schemas.openxmlformats.org/drawingml/2006/main"/>
          <a:lstStyle xmlns:a="http://schemas.openxmlformats.org/drawingml/2006/main"/>
          <a:p xmlns:a="http://schemas.openxmlformats.org/drawingml/2006/main">
            <a:endParaRPr/>
          </a:p>
        </p:txBody>
      </p:sp>
      <p:sp>
        <p:nvSpPr>
          <p:cNvPr id="11" name="Номер слайда 10">
            <a:extLst xmlns:a="http://schemas.openxmlformats.org/drawingml/2006/main">
              <a:ext uri="{FF2B5EF4-FFF2-40B4-BE49-F238E27FC236}">
                <a16:creationId xmlns:a16="http://schemas.microsoft.com/office/drawing/2014/main" id="{0E2B1EF5-F5AA-C72A-5C4D-8EE372388A4E}"/>
              </a:ext>
            </a:extLst>
          </p:cNvPr>
          <p:cNvSpPr>
            <a:spLocks xmlns:a="http://schemas.openxmlformats.org/drawingml/2006/main" noGrp="1"/>
          </p:cNvSpPr>
          <p:nvPr>
            <p:ph type="sldNum" idx="30"/>
          </p:nvPr>
        </p:nvSpPr>
        <p:spPr/>
        <p:txBody>
          <a:bodyPr xmlns:a="http://schemas.openxmlformats.org/drawingml/2006/main"/>
          <a:lstStyle xmlns:a="http://schemas.openxmlformats.org/drawingml/2006/main"/>
          <a:p xmlns:a="http://schemas.openxmlformats.org/drawingml/2006/main">
            <a:fld id="{52DCC5B9-D646-4B76-891F-6FF4E74E9CB4}" type="slidenum">
              <a:t>‹#›</a:t>
            </a:fld>
            <a:endParaRPr/>
          </a:p>
        </p:txBody>
      </p:sp>
    </p:spTree>
  </p:cSld>
</p:sldLayout>
</file>

<file path=ppt/slideLayouts/slideLayout22.xml><?xml version="1.0" encoding="utf-8"?>
<p:sldLayout xmlns:p="http://schemas.openxmlformats.org/presentationml/2006/main" preserve="1" userDrawn="1">
  <p:cSld name="3_Демо_1">
    <p:spTree>
      <p:nvGrpSpPr>
        <p:cNvPr id="1" name=""/>
        <p:cNvGrpSpPr/>
        <p:nvPr/>
      </p:nvGrpSpPr>
      <p:grpSpPr>
        <a:xfrm xmlns:a="http://schemas.openxmlformats.org/drawingml/2006/main"/>
      </p:grpSpPr>
      <p:sp>
        <p:nvSpPr>
          <p:cNvPr id="125" name="Picture Placeholder 1">
            <a:extLst xmlns:a="http://schemas.openxmlformats.org/drawingml/2006/main">
              <a:ext uri="{FF2B5EF4-FFF2-40B4-BE49-F238E27FC236}">
                <a16:creationId xmlns:a16="http://schemas.microsoft.com/office/drawing/2014/main" id="{2E6A2544-8689-48EB-9658-2D1DE4E48784}"/>
              </a:ext>
            </a:extLst>
          </p:cNvPr>
          <p:cNvSpPr>
            <a:spLocks xmlns:a="http://schemas.openxmlformats.org/drawingml/2006/main" noGrp="1"/>
          </p:cNvSpPr>
          <p:nvPr>
            <p:ph type="pic" idx="14"/>
          </p:nvPr>
        </p:nvSpPr>
        <p:spPr>
          <a:xfrm xmlns:a="http://schemas.openxmlformats.org/drawingml/2006/main">
            <a:off x="1001460" y="1038224"/>
            <a:ext cx="1726214" cy="3657600"/>
          </a:xfrm>
          <a:prstGeom xmlns:a="http://schemas.openxmlformats.org/drawingml/2006/main" prst="roundRect">
            <a:avLst>
              <a:gd name="adj" fmla="val 12528"/>
            </a:avLst>
          </a:prstGeom>
          <a:noFill xmlns:a="http://schemas.openxmlformats.org/drawingml/2006/main"/>
        </p:spPr>
      </p:sp>
      <p:sp>
        <p:nvSpPr>
          <p:cNvPr id="75" name="Picture Placeholder 1">
            <a:extLst xmlns:a="http://schemas.openxmlformats.org/drawingml/2006/main">
              <a:ext uri="{FF2B5EF4-FFF2-40B4-BE49-F238E27FC236}">
                <a16:creationId xmlns:a16="http://schemas.microsoft.com/office/drawing/2014/main" id="{5F8A3887-CB84-43EA-BFC4-CD93F421C5F2}"/>
              </a:ext>
            </a:extLst>
          </p:cNvPr>
          <p:cNvSpPr>
            <a:spLocks xmlns:a="http://schemas.openxmlformats.org/drawingml/2006/main" noGrp="1"/>
          </p:cNvSpPr>
          <p:nvPr>
            <p:ph type="pic" idx="15"/>
          </p:nvPr>
        </p:nvSpPr>
        <p:spPr>
          <a:xfrm xmlns:a="http://schemas.openxmlformats.org/drawingml/2006/main">
            <a:off x="3831097" y="1038224"/>
            <a:ext cx="1726214" cy="3657600"/>
          </a:xfrm>
          <a:prstGeom xmlns:a="http://schemas.openxmlformats.org/drawingml/2006/main" prst="roundRect">
            <a:avLst>
              <a:gd name="adj" fmla="val 12528"/>
            </a:avLst>
          </a:prstGeom>
          <a:noFill xmlns:a="http://schemas.openxmlformats.org/drawingml/2006/main"/>
        </p:spPr>
      </p:sp>
      <p:sp>
        <p:nvSpPr>
          <p:cNvPr id="102" name="Picture Placeholder 1">
            <a:extLst xmlns:a="http://schemas.openxmlformats.org/drawingml/2006/main">
              <a:ext uri="{FF2B5EF4-FFF2-40B4-BE49-F238E27FC236}">
                <a16:creationId xmlns:a16="http://schemas.microsoft.com/office/drawing/2014/main" id="{E009EEBC-6069-4389-9953-A05FCC07FDF9}"/>
              </a:ext>
            </a:extLst>
          </p:cNvPr>
          <p:cNvSpPr>
            <a:spLocks xmlns:a="http://schemas.openxmlformats.org/drawingml/2006/main" noGrp="1"/>
          </p:cNvSpPr>
          <p:nvPr>
            <p:ph type="pic" idx="16"/>
          </p:nvPr>
        </p:nvSpPr>
        <p:spPr>
          <a:xfrm xmlns:a="http://schemas.openxmlformats.org/drawingml/2006/main">
            <a:off x="6660734" y="1038224"/>
            <a:ext cx="1726214" cy="3657600"/>
          </a:xfrm>
          <a:prstGeom xmlns:a="http://schemas.openxmlformats.org/drawingml/2006/main" prst="roundRect">
            <a:avLst>
              <a:gd name="adj" fmla="val 12528"/>
            </a:avLst>
          </a:prstGeom>
          <a:noFill xmlns:a="http://schemas.openxmlformats.org/drawingml/2006/main"/>
        </p:spPr>
      </p:sp>
      <p:sp>
        <p:nvSpPr>
          <p:cNvPr id="171" name="Picture Placeholder 1">
            <a:extLst xmlns:a="http://schemas.openxmlformats.org/drawingml/2006/main">
              <a:ext uri="{FF2B5EF4-FFF2-40B4-BE49-F238E27FC236}">
                <a16:creationId xmlns:a16="http://schemas.microsoft.com/office/drawing/2014/main" id="{16E9D3D5-A966-4770-89F5-48C9F92735FE}"/>
              </a:ext>
            </a:extLst>
          </p:cNvPr>
          <p:cNvSpPr>
            <a:spLocks xmlns:a="http://schemas.openxmlformats.org/drawingml/2006/main" noGrp="1"/>
          </p:cNvSpPr>
          <p:nvPr>
            <p:ph type="pic" idx="17"/>
          </p:nvPr>
        </p:nvSpPr>
        <p:spPr>
          <a:xfrm xmlns:a="http://schemas.openxmlformats.org/drawingml/2006/main">
            <a:off x="9490368" y="1038224"/>
            <a:ext cx="1726214" cy="3657600"/>
          </a:xfrm>
          <a:prstGeom xmlns:a="http://schemas.openxmlformats.org/drawingml/2006/main" prst="roundRect">
            <a:avLst>
              <a:gd name="adj" fmla="val 12528"/>
            </a:avLst>
          </a:prstGeom>
          <a:noFill xmlns:a="http://schemas.openxmlformats.org/drawingml/2006/main"/>
        </p:spPr>
      </p:sp>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C8C16AD-D907-4463-BE30-FCBB33ACAE3F}"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97" name="Текст 7">
            <a:extLst xmlns:a="http://schemas.openxmlformats.org/drawingml/2006/main">
              <a:ext uri="{FF2B5EF4-FFF2-40B4-BE49-F238E27FC236}">
                <a16:creationId xmlns:a16="http://schemas.microsoft.com/office/drawing/2014/main" id="{B3D45624-8EA3-4B52-B030-A364BB470CC4}"/>
              </a:ext>
            </a:extLst>
          </p:cNvPr>
          <p:cNvSpPr>
            <a:spLocks xmlns:a="http://schemas.openxmlformats.org/drawingml/2006/main" noGrp="1"/>
          </p:cNvSpPr>
          <p:nvPr>
            <p:ph type="body" idx="18"/>
          </p:nvPr>
        </p:nvSpPr>
        <p:spPr>
          <a:xfrm xmlns:a="http://schemas.openxmlformats.org/drawingml/2006/main">
            <a:off x="346076"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98" name="Текст 7">
            <a:extLst xmlns:a="http://schemas.openxmlformats.org/drawingml/2006/main">
              <a:ext uri="{FF2B5EF4-FFF2-40B4-BE49-F238E27FC236}">
                <a16:creationId xmlns:a16="http://schemas.microsoft.com/office/drawing/2014/main" id="{CA86BD45-703D-484A-9D4A-1FEA90A4808F}"/>
              </a:ext>
            </a:extLst>
          </p:cNvPr>
          <p:cNvSpPr>
            <a:spLocks xmlns:a="http://schemas.openxmlformats.org/drawingml/2006/main" noGrp="1"/>
          </p:cNvSpPr>
          <p:nvPr>
            <p:ph type="body" idx="19"/>
          </p:nvPr>
        </p:nvSpPr>
        <p:spPr>
          <a:xfrm xmlns:a="http://schemas.openxmlformats.org/drawingml/2006/main">
            <a:off x="3269562"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99" name="Текст 7">
            <a:extLst xmlns:a="http://schemas.openxmlformats.org/drawingml/2006/main">
              <a:ext uri="{FF2B5EF4-FFF2-40B4-BE49-F238E27FC236}">
                <a16:creationId xmlns:a16="http://schemas.microsoft.com/office/drawing/2014/main" id="{0FE3D94F-B533-4C0D-9E9B-72F06706305C}"/>
              </a:ext>
            </a:extLst>
          </p:cNvPr>
          <p:cNvSpPr>
            <a:spLocks xmlns:a="http://schemas.openxmlformats.org/drawingml/2006/main" noGrp="1"/>
          </p:cNvSpPr>
          <p:nvPr>
            <p:ph type="body" idx="20"/>
          </p:nvPr>
        </p:nvSpPr>
        <p:spPr>
          <a:xfrm xmlns:a="http://schemas.openxmlformats.org/drawingml/2006/main">
            <a:off x="6193048"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00" name="Текст 7">
            <a:extLst xmlns:a="http://schemas.openxmlformats.org/drawingml/2006/main">
              <a:ext uri="{FF2B5EF4-FFF2-40B4-BE49-F238E27FC236}">
                <a16:creationId xmlns:a16="http://schemas.microsoft.com/office/drawing/2014/main" id="{0C4A1F6E-BDC1-410D-A748-7E90C2221ED1}"/>
              </a:ext>
            </a:extLst>
          </p:cNvPr>
          <p:cNvSpPr>
            <a:spLocks xmlns:a="http://schemas.openxmlformats.org/drawingml/2006/main" noGrp="1"/>
          </p:cNvSpPr>
          <p:nvPr>
            <p:ph type="body" idx="21"/>
          </p:nvPr>
        </p:nvSpPr>
        <p:spPr>
          <a:xfrm xmlns:a="http://schemas.openxmlformats.org/drawingml/2006/main">
            <a:off x="9116535"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 name="Заголовок 1">
            <a:extLst xmlns:a="http://schemas.openxmlformats.org/drawingml/2006/main">
              <a:ext uri="{FF2B5EF4-FFF2-40B4-BE49-F238E27FC236}">
                <a16:creationId xmlns:a16="http://schemas.microsoft.com/office/drawing/2014/main" id="{D008DEFE-D4AF-4461-AEAA-AABBFA14735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Образец заголовка</a:t>
            </a:r>
          </a:p>
        </p:txBody>
      </p:sp>
    </p:spTree>
  </p:cSld>
</p:sldLayout>
</file>

<file path=ppt/slideLayouts/slideLayout23.xml><?xml version="1.0" encoding="utf-8"?>
<p:sldLayout xmlns:p="http://schemas.openxmlformats.org/presentationml/2006/main" userDrawn="1">
  <p:cSld name="Пустой">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113cb3558d124ef4" /><Relationship Type="http://schemas.openxmlformats.org/officeDocument/2006/relationships/theme" Target="/ppt/slideMasters/theme/theme2.xml" Id="R66b89f3bf8bd4ae5" /><Relationship Type="http://schemas.openxmlformats.org/officeDocument/2006/relationships/slideLayout" Target="/ppt/slideLayouts/slideLayout1.xml" Id="R69093f70775242a2" /><Relationship Type="http://schemas.openxmlformats.org/officeDocument/2006/relationships/slideLayout" Target="/ppt/slideLayouts/slideLayout2.xml" Id="R8e4b7103007448d0" /><Relationship Type="http://schemas.openxmlformats.org/officeDocument/2006/relationships/slideLayout" Target="/ppt/slideLayouts/slideLayout3.xml" Id="Recb9918e1c7e4a45" /><Relationship Type="http://schemas.openxmlformats.org/officeDocument/2006/relationships/slideLayout" Target="/ppt/slideLayouts/slideLayout4.xml" Id="R4b4eb173dc25462e" /><Relationship Type="http://schemas.openxmlformats.org/officeDocument/2006/relationships/slideLayout" Target="/ppt/slideLayouts/slideLayout5.xml" Id="R62f0886b88584842" /><Relationship Type="http://schemas.openxmlformats.org/officeDocument/2006/relationships/slideLayout" Target="/ppt/slideLayouts/slideLayout6.xml" Id="Rb1ef602fe81f4b3d" /><Relationship Type="http://schemas.openxmlformats.org/officeDocument/2006/relationships/slideLayout" Target="/ppt/slideLayouts/slideLayout7.xml" Id="R07378357d04e4f17" /><Relationship Type="http://schemas.openxmlformats.org/officeDocument/2006/relationships/slideLayout" Target="/ppt/slideLayouts/slideLayout8.xml" Id="R95749d2c16c440f9" /><Relationship Type="http://schemas.openxmlformats.org/officeDocument/2006/relationships/slideLayout" Target="/ppt/slideLayouts/slideLayout9.xml" Id="R7089d2fb07774220" /><Relationship Type="http://schemas.openxmlformats.org/officeDocument/2006/relationships/slideLayout" Target="/ppt/slideLayouts/slideLayout10.xml" Id="R87c1b4dc80a84aad" /><Relationship Type="http://schemas.openxmlformats.org/officeDocument/2006/relationships/slideLayout" Target="/ppt/slideLayouts/slideLayout11.xml" Id="R3a9cde83e0cb48e0" /><Relationship Type="http://schemas.openxmlformats.org/officeDocument/2006/relationships/slideLayout" Target="/ppt/slideLayouts/slideLayout12.xml" Id="Rcf34e3cfeb0e44a6" /><Relationship Type="http://schemas.openxmlformats.org/officeDocument/2006/relationships/slideLayout" Target="/ppt/slideLayouts/slideLayout13.xml" Id="R597ff700b3a24693" /><Relationship Type="http://schemas.openxmlformats.org/officeDocument/2006/relationships/slideLayout" Target="/ppt/slideLayouts/slideLayout14.xml" Id="R9cf536553ca641de" /><Relationship Type="http://schemas.openxmlformats.org/officeDocument/2006/relationships/slideLayout" Target="/ppt/slideLayouts/slideLayout15.xml" Id="Rfd27940811b24e4d" /><Relationship Type="http://schemas.openxmlformats.org/officeDocument/2006/relationships/slideLayout" Target="/ppt/slideLayouts/slideLayout16.xml" Id="R9f5b71081e954b0f" /><Relationship Type="http://schemas.openxmlformats.org/officeDocument/2006/relationships/slideLayout" Target="/ppt/slideLayouts/slideLayout17.xml" Id="R3ae7f28162b44aae" /><Relationship Type="http://schemas.openxmlformats.org/officeDocument/2006/relationships/slideLayout" Target="/ppt/slideLayouts/slideLayout18.xml" Id="Rf38a27ff2e2a4e27" /><Relationship Type="http://schemas.openxmlformats.org/officeDocument/2006/relationships/slideLayout" Target="/ppt/slideLayouts/slideLayout19.xml" Id="Rcc7fcda04df6453a" /><Relationship Type="http://schemas.openxmlformats.org/officeDocument/2006/relationships/slideLayout" Target="/ppt/slideLayouts/slideLayout20.xml" Id="R591efc3f30634405" /><Relationship Type="http://schemas.openxmlformats.org/officeDocument/2006/relationships/slideLayout" Target="/ppt/slideLayouts/slideLayout21.xml" Id="Rc27e425e3a5a4c07" /><Relationship Type="http://schemas.openxmlformats.org/officeDocument/2006/relationships/slideLayout" Target="/ppt/slideLayouts/slideLayout22.xml" Id="Rbfb5cf1f37e14a53" /><Relationship Type="http://schemas.openxmlformats.org/officeDocument/2006/relationships/slideLayout" Target="/ppt/slideLayouts/slideLayout23.xml" Id="R59329d534a2449b6"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113cb3558d124ef4">
            <a:lum/>
          </a:blip>
          <a:srcRect l="0" t="0" r="0" b="0"/>
          <a:stretch>
            <a:fillRect l="0" t="0" r="0" b="0"/>
          </a:stretch>
        </a:blipFill>
      </p:bgPr>
    </p:bg>
    <p:spTree>
      <p:nvGrpSpPr>
        <p:cNvPr id="1" name=""/>
        <p:cNvGrpSpPr/>
        <p:nvPr/>
      </p:nvGrpSpPr>
      <p:grpSpPr>
        <a:xfrm xmlns:a="http://schemas.openxmlformats.org/drawingml/2006/main"/>
      </p:grpSpPr>
      <p:sp>
        <p:nvSpPr>
          <p:cNvPr id="2" name="Заголовок 1">
            <a:extLst xmlns:a="http://schemas.openxmlformats.org/drawingml/2006/main">
              <a:ext uri="{FF2B5EF4-FFF2-40B4-BE49-F238E27FC236}">
                <a16:creationId xmlns:a16="http://schemas.microsoft.com/office/drawing/2014/main" id="{F2BCE23A-38F1-44E4-8D99-E9CD24A3AF81}"/>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3" name="Текст 2">
            <a:extLst xmlns:a="http://schemas.openxmlformats.org/drawingml/2006/main">
              <a:ext uri="{FF2B5EF4-FFF2-40B4-BE49-F238E27FC236}">
                <a16:creationId xmlns:a16="http://schemas.microsoft.com/office/drawing/2014/main" id="{36EAD268-7E0C-4473-BF2C-A75921B98BC7}"/>
              </a:ext>
            </a:extLst>
          </p:cNvPr>
          <p:cNvSpPr>
            <a:spLocks xmlns:a="http://schemas.openxmlformats.org/drawingml/2006/main" noGrp="1"/>
          </p:cNvSpPr>
          <p:nvPr>
            <p:ph type="body" idx="1"/>
          </p:nvPr>
        </p:nvSpPr>
        <p:spPr>
          <a:xfrm xmlns:a="http://schemas.openxmlformats.org/drawingml/2006/main">
            <a:off x="315392" y="1016177"/>
            <a:ext cx="11561229" cy="516079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Дата 3">
            <a:extLst xmlns:a="http://schemas.openxmlformats.org/drawingml/2006/main">
              <a:ext uri="{FF2B5EF4-FFF2-40B4-BE49-F238E27FC236}">
                <a16:creationId xmlns:a16="http://schemas.microsoft.com/office/drawing/2014/main" id="{D905FB47-C828-44E8-81A6-7D70F28691C7}"/>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D490EE5-ED7D-46E8-8345-A78A0CB0F4A4}" type="datetime1">
              <a:t>02.10.2026</a:t>
            </a:fld>
            <a:endParaRPr/>
          </a:p>
        </p:txBody>
      </p:sp>
      <p:sp>
        <p:nvSpPr>
          <p:cNvPr id="5" name="Нижний колонтитул 4">
            <a:extLst xmlns:a="http://schemas.openxmlformats.org/drawingml/2006/main">
              <a:ext uri="{FF2B5EF4-FFF2-40B4-BE49-F238E27FC236}">
                <a16:creationId xmlns:a16="http://schemas.microsoft.com/office/drawing/2014/main" id="{738C8EAA-BD95-4729-8C84-AB6D45F44AA3}"/>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5" name="Номер слайда 5">
            <a:extLst xmlns:a="http://schemas.openxmlformats.org/drawingml/2006/main">
              <a:ext uri="{FF2B5EF4-FFF2-40B4-BE49-F238E27FC236}">
                <a16:creationId xmlns:a16="http://schemas.microsoft.com/office/drawing/2014/main" id="{797EBB71-A16C-4900-8120-78386F05C8E8}"/>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093f70775242a2"/>
    <p:sldLayoutId xmlns:r="http://schemas.openxmlformats.org/officeDocument/2006/relationships" id="2147483650" r:id="R8e4b7103007448d0"/>
    <p:sldLayoutId xmlns:r="http://schemas.openxmlformats.org/officeDocument/2006/relationships" id="2147483651" r:id="Recb9918e1c7e4a45"/>
    <p:sldLayoutId xmlns:r="http://schemas.openxmlformats.org/officeDocument/2006/relationships" id="2147483652" r:id="R4b4eb173dc25462e"/>
    <p:sldLayoutId xmlns:r="http://schemas.openxmlformats.org/officeDocument/2006/relationships" id="2147483653" r:id="R62f0886b88584842"/>
    <p:sldLayoutId xmlns:r="http://schemas.openxmlformats.org/officeDocument/2006/relationships" id="2147483654" r:id="Rb1ef602fe81f4b3d"/>
    <p:sldLayoutId xmlns:r="http://schemas.openxmlformats.org/officeDocument/2006/relationships" id="2147483655" r:id="R07378357d04e4f17"/>
    <p:sldLayoutId xmlns:r="http://schemas.openxmlformats.org/officeDocument/2006/relationships" id="2147483656" r:id="R95749d2c16c440f9"/>
    <p:sldLayoutId xmlns:r="http://schemas.openxmlformats.org/officeDocument/2006/relationships" id="2147483657" r:id="R7089d2fb07774220"/>
    <p:sldLayoutId xmlns:r="http://schemas.openxmlformats.org/officeDocument/2006/relationships" id="2147483658" r:id="R87c1b4dc80a84aad"/>
    <p:sldLayoutId xmlns:r="http://schemas.openxmlformats.org/officeDocument/2006/relationships" id="2147483659" r:id="R3a9cde83e0cb48e0"/>
    <p:sldLayoutId xmlns:r="http://schemas.openxmlformats.org/officeDocument/2006/relationships" id="2147483660" r:id="Rcf34e3cfeb0e44a6"/>
    <p:sldLayoutId xmlns:r="http://schemas.openxmlformats.org/officeDocument/2006/relationships" id="2147483661" r:id="R597ff700b3a24693"/>
    <p:sldLayoutId xmlns:r="http://schemas.openxmlformats.org/officeDocument/2006/relationships" id="2147483662" r:id="R9cf536553ca641de"/>
    <p:sldLayoutId xmlns:r="http://schemas.openxmlformats.org/officeDocument/2006/relationships" id="2147483663" r:id="Rfd27940811b24e4d"/>
    <p:sldLayoutId xmlns:r="http://schemas.openxmlformats.org/officeDocument/2006/relationships" id="2147483664" r:id="R9f5b71081e954b0f"/>
    <p:sldLayoutId xmlns:r="http://schemas.openxmlformats.org/officeDocument/2006/relationships" id="2147483665" r:id="R3ae7f28162b44aae"/>
    <p:sldLayoutId xmlns:r="http://schemas.openxmlformats.org/officeDocument/2006/relationships" id="2147483666" r:id="Rf38a27ff2e2a4e27"/>
    <p:sldLayoutId xmlns:r="http://schemas.openxmlformats.org/officeDocument/2006/relationships" id="2147483667" r:id="Rcc7fcda04df6453a"/>
    <p:sldLayoutId xmlns:r="http://schemas.openxmlformats.org/officeDocument/2006/relationships" id="2147483668" r:id="R591efc3f30634405"/>
    <p:sldLayoutId xmlns:r="http://schemas.openxmlformats.org/officeDocument/2006/relationships" id="2147483669" r:id="Rc27e425e3a5a4c07"/>
    <p:sldLayoutId xmlns:r="http://schemas.openxmlformats.org/officeDocument/2006/relationships" id="2147483670" r:id="Rbfb5cf1f37e14a53"/>
    <p:sldLayoutId xmlns:r="http://schemas.openxmlformats.org/officeDocument/2006/relationships" id="2147483671" r:id="R59329d534a2449b6"/>
  </p:sldLayoutIdLst>
  <p:hf hdr="0" ftr="0" dt="0"/>
  <p:txStyles>
    <p:titleStyle>
      <a:lvl1pPr xmlns:a="http://schemas.openxmlformats.org/drawingml/2006/main" algn="l" defTabSz="578755">
        <a:lnSpc>
          <a:spcPct val="90000"/>
        </a:lnSpc>
        <a:spcBef>
          <a:spcPct val="0"/>
        </a:spcBef>
        <a:buNone/>
        <a:defRPr sz="1997" b="1" kern="1200">
          <a:solidFill>
            <a:schemeClr val="bg1">
              <a:lumMod val="95000"/>
            </a:schemeClr>
          </a:solidFill>
          <a:latin typeface="+mj-lt"/>
          <a:ea typeface="+mj-lt"/>
          <a:cs typeface="+mj-lt"/>
        </a:defRPr>
      </a:lvl1pPr>
    </p:titleStyle>
    <p:bodyStyle>
      <a:lvl1pPr xmlns:a="http://schemas.openxmlformats.org/drawingml/2006/main" marL="144688" indent="-144688" algn="l" defTabSz="578755">
        <a:lnSpc>
          <a:spcPct val="90000"/>
        </a:lnSpc>
        <a:spcBef>
          <a:spcPts val="631"/>
        </a:spcBef>
        <a:buFont typeface="Arial"/>
        <a:buChar char="•"/>
        <a:defRPr sz="1452" kern="1200">
          <a:solidFill>
            <a:schemeClr val="bg1">
              <a:lumMod val="95000"/>
            </a:schemeClr>
          </a:solidFill>
          <a:latin typeface="+mn-lt"/>
          <a:ea typeface="+mn-lt"/>
          <a:cs typeface="+mn-lt"/>
        </a:defRPr>
      </a:lvl1pPr>
      <a:lvl2pPr xmlns:a="http://schemas.openxmlformats.org/drawingml/2006/main" marL="434067" indent="-144688" algn="l" defTabSz="578755">
        <a:lnSpc>
          <a:spcPct val="90000"/>
        </a:lnSpc>
        <a:spcBef>
          <a:spcPts val="317"/>
        </a:spcBef>
        <a:buFont typeface="Arial"/>
        <a:buChar char="•"/>
        <a:defRPr sz="1271" kern="1200">
          <a:solidFill>
            <a:schemeClr val="bg1">
              <a:lumMod val="95000"/>
            </a:schemeClr>
          </a:solidFill>
          <a:latin typeface="+mn-lt"/>
          <a:ea typeface="+mn-lt"/>
          <a:cs typeface="+mn-lt"/>
        </a:defRPr>
      </a:lvl2pPr>
      <a:lvl3pPr xmlns:a="http://schemas.openxmlformats.org/drawingml/2006/main" marL="723445" indent="-144688" algn="l" defTabSz="578755">
        <a:lnSpc>
          <a:spcPct val="90000"/>
        </a:lnSpc>
        <a:spcBef>
          <a:spcPts val="317"/>
        </a:spcBef>
        <a:buFont typeface="Arial"/>
        <a:buChar char="•"/>
        <a:defRPr sz="997" kern="1200">
          <a:solidFill>
            <a:schemeClr val="bg1">
              <a:lumMod val="95000"/>
            </a:schemeClr>
          </a:solidFill>
          <a:latin typeface="+mn-lt"/>
          <a:ea typeface="+mn-lt"/>
          <a:cs typeface="+mn-lt"/>
        </a:defRPr>
      </a:lvl3pPr>
      <a:lvl4pPr xmlns:a="http://schemas.openxmlformats.org/drawingml/2006/main" marL="1012822" indent="-144688" algn="l" defTabSz="578755">
        <a:lnSpc>
          <a:spcPct val="90000"/>
        </a:lnSpc>
        <a:spcBef>
          <a:spcPts val="317"/>
        </a:spcBef>
        <a:buFont typeface="Arial"/>
        <a:buChar char="•"/>
        <a:defRPr sz="907" kern="1200">
          <a:solidFill>
            <a:schemeClr val="bg1">
              <a:lumMod val="95000"/>
            </a:schemeClr>
          </a:solidFill>
          <a:latin typeface="+mn-lt"/>
          <a:ea typeface="+mn-lt"/>
          <a:cs typeface="+mn-lt"/>
        </a:defRPr>
      </a:lvl4pPr>
      <a:lvl5pPr xmlns:a="http://schemas.openxmlformats.org/drawingml/2006/main" marL="1302200" indent="-144688" algn="l" defTabSz="578755">
        <a:lnSpc>
          <a:spcPct val="90000"/>
        </a:lnSpc>
        <a:spcBef>
          <a:spcPts val="317"/>
        </a:spcBef>
        <a:buFont typeface="Arial"/>
        <a:buChar char="•"/>
        <a:defRPr sz="907" kern="1200">
          <a:solidFill>
            <a:schemeClr val="bg1">
              <a:lumMod val="95000"/>
            </a:schemeClr>
          </a:solidFill>
          <a:latin typeface="+mn-lt"/>
          <a:ea typeface="+mn-lt"/>
          <a:cs typeface="+mn-lt"/>
        </a:defRPr>
      </a:lvl5pPr>
      <a:lvl6pPr xmlns:a="http://schemas.openxmlformats.org/drawingml/2006/main" marL="1591576" indent="-144688" algn="l" defTabSz="578755">
        <a:lnSpc>
          <a:spcPct val="90000"/>
        </a:lnSpc>
        <a:spcBef>
          <a:spcPts val="317"/>
        </a:spcBef>
        <a:buFont typeface="Arial"/>
        <a:buChar char="•"/>
        <a:defRPr sz="1141" kern="1200">
          <a:solidFill>
            <a:schemeClr val="tx1"/>
          </a:solidFill>
          <a:latin typeface="+mn-lt"/>
          <a:ea typeface="+mn-lt"/>
          <a:cs typeface="+mn-lt"/>
        </a:defRPr>
      </a:lvl6pPr>
      <a:lvl7pPr xmlns:a="http://schemas.openxmlformats.org/drawingml/2006/main" marL="1880955" indent="-144688" algn="l" defTabSz="578755">
        <a:lnSpc>
          <a:spcPct val="90000"/>
        </a:lnSpc>
        <a:spcBef>
          <a:spcPts val="317"/>
        </a:spcBef>
        <a:buFont typeface="Arial"/>
        <a:buChar char="•"/>
        <a:defRPr sz="1141" kern="1200">
          <a:solidFill>
            <a:schemeClr val="tx1"/>
          </a:solidFill>
          <a:latin typeface="+mn-lt"/>
          <a:ea typeface="+mn-lt"/>
          <a:cs typeface="+mn-lt"/>
        </a:defRPr>
      </a:lvl7pPr>
      <a:lvl8pPr xmlns:a="http://schemas.openxmlformats.org/drawingml/2006/main" marL="2170334" indent="-144688" algn="l" defTabSz="578755">
        <a:lnSpc>
          <a:spcPct val="90000"/>
        </a:lnSpc>
        <a:spcBef>
          <a:spcPts val="317"/>
        </a:spcBef>
        <a:buFont typeface="Arial"/>
        <a:buChar char="•"/>
        <a:defRPr sz="1141" kern="1200">
          <a:solidFill>
            <a:schemeClr val="tx1"/>
          </a:solidFill>
          <a:latin typeface="+mn-lt"/>
          <a:ea typeface="+mn-lt"/>
          <a:cs typeface="+mn-lt"/>
        </a:defRPr>
      </a:lvl8pPr>
      <a:lvl9pPr xmlns:a="http://schemas.openxmlformats.org/drawingml/2006/main" marL="2459712" indent="-144688" algn="l" defTabSz="578755">
        <a:lnSpc>
          <a:spcPct val="90000"/>
        </a:lnSpc>
        <a:spcBef>
          <a:spcPts val="317"/>
        </a:spcBef>
        <a:buFont typeface="Arial"/>
        <a:buChar char="•"/>
        <a:defRPr sz="1141" kern="1200">
          <a:solidFill>
            <a:schemeClr val="tx1"/>
          </a:solidFill>
          <a:latin typeface="+mn-lt"/>
          <a:ea typeface="+mn-lt"/>
          <a:cs typeface="+mn-lt"/>
        </a:defRPr>
      </a:lvl9pPr>
    </p:bodyStyle>
    <p:otherStyle>
      <a:lvl1pPr xmlns:a="http://schemas.openxmlformats.org/drawingml/2006/main" marL="0" algn="l" defTabSz="578755">
        <a:buNone/>
        <a:defRPr sz="1141" kern="1200">
          <a:solidFill>
            <a:schemeClr val="tx1"/>
          </a:solidFill>
          <a:latin typeface="+mn-lt"/>
          <a:ea typeface="+mn-lt"/>
          <a:cs typeface="+mn-lt"/>
        </a:defRPr>
      </a:lvl1pPr>
      <a:lvl2pPr xmlns:a="http://schemas.openxmlformats.org/drawingml/2006/main" marL="289378" algn="l" defTabSz="578755">
        <a:buNone/>
        <a:defRPr sz="1141" kern="1200">
          <a:solidFill>
            <a:schemeClr val="tx1"/>
          </a:solidFill>
          <a:latin typeface="+mn-lt"/>
          <a:ea typeface="+mn-lt"/>
          <a:cs typeface="+mn-lt"/>
        </a:defRPr>
      </a:lvl2pPr>
      <a:lvl3pPr xmlns:a="http://schemas.openxmlformats.org/drawingml/2006/main" marL="578755" algn="l" defTabSz="578755">
        <a:buNone/>
        <a:defRPr sz="1141" kern="1200">
          <a:solidFill>
            <a:schemeClr val="tx1"/>
          </a:solidFill>
          <a:latin typeface="+mn-lt"/>
          <a:ea typeface="+mn-lt"/>
          <a:cs typeface="+mn-lt"/>
        </a:defRPr>
      </a:lvl3pPr>
      <a:lvl4pPr xmlns:a="http://schemas.openxmlformats.org/drawingml/2006/main" marL="868132" algn="l" defTabSz="578755">
        <a:buNone/>
        <a:defRPr sz="1141" kern="1200">
          <a:solidFill>
            <a:schemeClr val="tx1"/>
          </a:solidFill>
          <a:latin typeface="+mn-lt"/>
          <a:ea typeface="+mn-lt"/>
          <a:cs typeface="+mn-lt"/>
        </a:defRPr>
      </a:lvl4pPr>
      <a:lvl5pPr xmlns:a="http://schemas.openxmlformats.org/drawingml/2006/main" marL="1157510" algn="l" defTabSz="578755">
        <a:buNone/>
        <a:defRPr sz="1141" kern="1200">
          <a:solidFill>
            <a:schemeClr val="tx1"/>
          </a:solidFill>
          <a:latin typeface="+mn-lt"/>
          <a:ea typeface="+mn-lt"/>
          <a:cs typeface="+mn-lt"/>
        </a:defRPr>
      </a:lvl5pPr>
      <a:lvl6pPr xmlns:a="http://schemas.openxmlformats.org/drawingml/2006/main" marL="1446887" algn="l" defTabSz="578755">
        <a:buNone/>
        <a:defRPr sz="1141" kern="1200">
          <a:solidFill>
            <a:schemeClr val="tx1"/>
          </a:solidFill>
          <a:latin typeface="+mn-lt"/>
          <a:ea typeface="+mn-lt"/>
          <a:cs typeface="+mn-lt"/>
        </a:defRPr>
      </a:lvl6pPr>
      <a:lvl7pPr xmlns:a="http://schemas.openxmlformats.org/drawingml/2006/main" marL="1736266" algn="l" defTabSz="578755">
        <a:buNone/>
        <a:defRPr sz="1141" kern="1200">
          <a:solidFill>
            <a:schemeClr val="tx1"/>
          </a:solidFill>
          <a:latin typeface="+mn-lt"/>
          <a:ea typeface="+mn-lt"/>
          <a:cs typeface="+mn-lt"/>
        </a:defRPr>
      </a:lvl7pPr>
      <a:lvl8pPr xmlns:a="http://schemas.openxmlformats.org/drawingml/2006/main" marL="2025644" algn="l" defTabSz="578755">
        <a:buNone/>
        <a:defRPr sz="1141" kern="1200">
          <a:solidFill>
            <a:schemeClr val="tx1"/>
          </a:solidFill>
          <a:latin typeface="+mn-lt"/>
          <a:ea typeface="+mn-lt"/>
          <a:cs typeface="+mn-lt"/>
        </a:defRPr>
      </a:lvl8pPr>
      <a:lvl9pPr xmlns:a="http://schemas.openxmlformats.org/drawingml/2006/main" marL="2315021" algn="l" defTabSz="578755">
        <a:buNone/>
        <a:defRPr sz="1141" kern="1200">
          <a:solidFill>
            <a:schemeClr val="tx1"/>
          </a:solidFill>
          <a:latin typeface="+mn-lt"/>
          <a:ea typeface="+mn-lt"/>
          <a:cs typeface="+mn-lt"/>
        </a:defRPr>
      </a:lvl9pPr>
    </p:otherStyle>
  </p:txStyles>
  <p:extLst>
    <p:ext uri="{27BBF7A9-308A-43DC-89C8-2F10F3537804}">
      <p15:sldGuideLst xmlns:p15="http://schemas.microsoft.com/office/powerpoint/2012/main">
        <p15:guide id="19" orient="horz" pos="4156">
          <p15:clr>
            <a:srgbClr xmlns:a="http://schemas.openxmlformats.org/drawingml/2006/main" val="F26B43"/>
          </p15:clr>
        </p15:guide>
        <p15:guide id="20" orient="horz" pos="482">
          <p15:clr>
            <a:srgbClr xmlns:a="http://schemas.openxmlformats.org/drawingml/2006/main" val="F26B43"/>
          </p15:clr>
        </p15:guide>
        <p15:guide id="21" pos="218">
          <p15:clr>
            <a:srgbClr xmlns:a="http://schemas.openxmlformats.org/drawingml/2006/main" val="F26B43"/>
          </p15:clr>
        </p15:guide>
        <p15:guide id="22" pos="7469">
          <p15:clr>
            <a:srgbClr xmlns:a="http://schemas.openxmlformats.org/drawingml/2006/main" val="F26B43"/>
          </p15:clr>
        </p15:guide>
        <p15:guide id="23" orient="horz" pos="249">
          <p15:clr>
            <a:srgbClr xmlns:a="http://schemas.openxmlformats.org/drawingml/2006/main" val="F26B43"/>
          </p15:clr>
        </p15:guide>
        <p15:guide id="24" orient="horz" pos="4042">
          <p15:clr>
            <a:srgbClr xmlns:a="http://schemas.openxmlformats.org/drawingml/2006/main" val="F26B43"/>
          </p15:clr>
        </p15:guide>
        <p15:guide id="25" orient="horz" pos="3906">
          <p15:clr>
            <a:srgbClr xmlns:a="http://schemas.openxmlformats.org/drawingml/2006/main" val="F26B43"/>
          </p15:clr>
        </p15:guide>
        <p15:guide id="26" orient="horz" pos="640">
          <p15:clr>
            <a:srgbClr xmlns:a="http://schemas.openxmlformats.org/drawingml/2006/main" val="F26B43"/>
          </p15:clr>
        </p15:guide>
        <p15:guide id="27" pos="3840">
          <p15:clr>
            <a:srgbClr xmlns:a="http://schemas.openxmlformats.org/drawingml/2006/main" val="F26B43"/>
          </p15:clr>
        </p15:guide>
      </p15:sldGuideLst>
    </p:ext>
  </p:extLst>
</p:sldMaster>
</file>

<file path=ppt/slideMasters/theme/theme2.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1cf224e55e429b" /><Relationship Type="http://schemas.openxmlformats.org/officeDocument/2006/relationships/image" Target="/ppt/media/image3.png" Id="R59c6db42d2924d38" /><Relationship Type="http://schemas.openxmlformats.org/officeDocument/2006/relationships/notesSlide" Target="/ppt/notesSlides/notesSlide1.xml" Id="R36a9d0450d7b43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80721c0abbcb4d31" /><Relationship Type="http://schemas.openxmlformats.org/officeDocument/2006/relationships/image" Target="/ppt/media/image4.png" Id="R6834386385d04f2c" /><Relationship Type="http://schemas.openxmlformats.org/officeDocument/2006/relationships/notesSlide" Target="/ppt/notesSlides/notesSlide2.xml" Id="Rfa185fea86a048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2fca0849385a4bd8" /><Relationship Type="http://schemas.openxmlformats.org/officeDocument/2006/relationships/image" Target="/ppt/media/image.png" Id="R53de920b9e63462d" /><Relationship Type="http://schemas.openxmlformats.org/officeDocument/2006/relationships/notesSlide" Target="/ppt/notesSlides/notesSlide3.xml" Id="Reade948485f641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0075088f8191410c" /><Relationship Type="http://schemas.openxmlformats.org/officeDocument/2006/relationships/image" Target="/ppt/media/image5.png" Id="Rd64a6c00ba934a93" /><Relationship Type="http://schemas.openxmlformats.org/officeDocument/2006/relationships/notesSlide" Target="/ppt/notesSlides/notesSlide4.xml" Id="R9e3f9605b0534d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b4803daae5154951" /><Relationship Type="http://schemas.openxmlformats.org/officeDocument/2006/relationships/image" Target="/ppt/media/image.png" Id="R6b5df1bb53c34f65" /><Relationship Type="http://schemas.openxmlformats.org/officeDocument/2006/relationships/notesSlide" Target="/ppt/notesSlides/notesSlide5.xml" Id="R35ea5a9d36e54f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1.xml" Id="Ra0d67023a2794f1e" /><Relationship Type="http://schemas.openxmlformats.org/officeDocument/2006/relationships/image" Target="/ppt/media/image5.png" Id="R70406c4f169d4f9e" /><Relationship Type="http://schemas.openxmlformats.org/officeDocument/2006/relationships/notesSlide" Target="/ppt/notesSlides/notesSlide6.xml" Id="R8b885b0270ef49b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1.xml" Id="R1104cd08f64a486d" /><Relationship Type="http://schemas.openxmlformats.org/officeDocument/2006/relationships/image" Target="/ppt/media/image5.png" Id="R99f992fb761f4ec7" /><Relationship Type="http://schemas.openxmlformats.org/officeDocument/2006/relationships/notesSlide" Target="/ppt/notesSlides/notesSlide7.xml" Id="Rbb5cca93a5dc4c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3.xml" Id="R76e63c9ec57d47b2" /><Relationship Type="http://schemas.openxmlformats.org/officeDocument/2006/relationships/image" Target="/ppt/media/image4.png" Id="Rd6a6f8e8d36a427d" /><Relationship Type="http://schemas.openxmlformats.org/officeDocument/2006/relationships/notesSlide" Target="/ppt/notesSlides/notesSlide8.xml" Id="Rde2aba10353e47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1.xml" Id="R7928e045dec24e8a" /><Relationship Type="http://schemas.openxmlformats.org/officeDocument/2006/relationships/image" Target="/ppt/media/image5.png" Id="R63eee965b21148ca" /><Relationship Type="http://schemas.openxmlformats.org/officeDocument/2006/relationships/notesSlide" Target="/ppt/notesSlides/notesSlide9.xml" Id="R796c5ae2fe8a46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3.xml" Id="R58bd074857b6483d" /><Relationship Type="http://schemas.openxmlformats.org/officeDocument/2006/relationships/image" Target="/ppt/media/image4.png" Id="R868d43a6d967494f" /><Relationship Type="http://schemas.openxmlformats.org/officeDocument/2006/relationships/notesSlide" Target="/ppt/notesSlides/notesSlide10.xml" Id="R557a2649427845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1.xml" Id="Rb89a1c0b8e3c4e0c" /><Relationship Type="http://schemas.openxmlformats.org/officeDocument/2006/relationships/image" Target="/ppt/media/image5.png" Id="R28aa0c7128404f70" /><Relationship Type="http://schemas.openxmlformats.org/officeDocument/2006/relationships/notesSlide" Target="/ppt/notesSlides/notesSlide11.xml" Id="Rd3b2d1e98ade4a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3.xml" Id="R65634c7e66a14817" /><Relationship Type="http://schemas.openxmlformats.org/officeDocument/2006/relationships/image" Target="/ppt/media/image4.png" Id="R002065493a9e4490" /><Relationship Type="http://schemas.openxmlformats.org/officeDocument/2006/relationships/notesSlide" Target="/ppt/notesSlides/notesSlide12.xml" Id="Rc7e2c8721e074e9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1.xml" Id="Ra9dec702d9514e00" /><Relationship Type="http://schemas.openxmlformats.org/officeDocument/2006/relationships/image" Target="/ppt/media/image5.png" Id="R425410745885413f" /><Relationship Type="http://schemas.openxmlformats.org/officeDocument/2006/relationships/notesSlide" Target="/ppt/notesSlides/notesSlide13.xml" Id="R8dd66da3456740c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1.xml" Id="Rd9c6497b48354ffb" /><Relationship Type="http://schemas.openxmlformats.org/officeDocument/2006/relationships/image" Target="/ppt/media/image5.png" Id="R851dccc9fada49ec" /><Relationship Type="http://schemas.openxmlformats.org/officeDocument/2006/relationships/notesSlide" Target="/ppt/notesSlides/notesSlide14.xml" Id="R6171dfc24b814df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3.xml" Id="Rf0d346dfb08c4e3d" /><Relationship Type="http://schemas.openxmlformats.org/officeDocument/2006/relationships/image" Target="/ppt/media/image4.png" Id="R6ca0b3905b734299" /><Relationship Type="http://schemas.openxmlformats.org/officeDocument/2006/relationships/notesSlide" Target="/ppt/notesSlides/notesSlide15.xml" Id="R8c784eb4c38840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1.xml" Id="R34da6a1049e34363" /><Relationship Type="http://schemas.openxmlformats.org/officeDocument/2006/relationships/image" Target="/ppt/media/image5.png" Id="R87586b0dfb0c4e80" /><Relationship Type="http://schemas.openxmlformats.org/officeDocument/2006/relationships/notesSlide" Target="/ppt/notesSlides/notesSlide16.xml" Id="R0a7e5186a36743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3.xml" Id="R01ed8b65fcae4aac" /><Relationship Type="http://schemas.openxmlformats.org/officeDocument/2006/relationships/image" Target="/ppt/media/image4.png" Id="Rc09f5a0fcda5453c" /><Relationship Type="http://schemas.openxmlformats.org/officeDocument/2006/relationships/notesSlide" Target="/ppt/notesSlides/notesSlide17.xml" Id="R6a48738661924a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5.xml" Id="Rfbc0fa9901cf492d" /><Relationship Type="http://schemas.openxmlformats.org/officeDocument/2006/relationships/image" Target="/ppt/media/image2.png" Id="Rd94af48641b245a3" /><Relationship Type="http://schemas.openxmlformats.org/officeDocument/2006/relationships/notesSlide" Target="/ppt/notesSlides/notesSlide18.xml" Id="Rc6b0701df62e4c7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42AA0FBE-CF0A-64AF-80E8-EF1996F56DB8}"/>
              </a:ext>
            </a:extLst>
          </p:cNvPr>
          <p:cNvSpPr>
            <a:spLocks xmlns:a="http://schemas.openxmlformats.org/drawingml/2006/main" noGrp="1"/>
          </p:cNvSpPr>
          <p:nvPr/>
        </p:nvSpPr>
        <p:spPr>
          <a:xfrm xmlns:a="http://schemas.openxmlformats.org/drawingml/2006/main">
            <a:off x="-296709" y="-313993"/>
            <a:ext cx="6125156" cy="2285622"/>
          </a:xfrm>
          <a:prstGeom xmlns:a="http://schemas.openxmlformats.org/drawingml/2006/main" prst="roundRect">
            <a:avLst>
              <a:gd name="adj" fmla="val 9821"/>
            </a:avLst>
          </a:prstGeom>
          <a:noFill xmlns:a="http://schemas.openxmlformats.org/drawingml/2006/main"/>
          <a:ln xmlns:a="http://schemas.openxmlformats.org/drawingml/2006/main" w="9525" cap="flat" cmpd="sng">
            <a:solidFill>
              <a:schemeClr val="accent2"/>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pic>
        <p:nvPicPr>
          <p:cNvPr id="10" name="Рисунок 9">
            <a:extLst xmlns:a="http://schemas.openxmlformats.org/drawingml/2006/main">
              <a:ext uri="{FF2B5EF4-FFF2-40B4-BE49-F238E27FC236}">
                <a16:creationId xmlns:a16="http://schemas.microsoft.com/office/drawing/2014/main" id="{6423C63A-2072-4F51-9DD4-709024328839}"/>
              </a:ext>
            </a:extLst>
          </p:cNvPr>
          <p:cNvPicPr>
            <a:picLocks xmlns:a="http://schemas.openxmlformats.org/drawingml/2006/main" noChangeAspect="1"/>
          </p:cNvPicPr>
          <p:nvPr/>
        </p:nvPicPr>
        <p:blipFill>
          <a:blip xmlns:r="http://schemas.openxmlformats.org/officeDocument/2006/relationships" xmlns:a="http://schemas.openxmlformats.org/drawingml/2006/main" r:embed="R59c6db42d2924d38"/>
          <a:stretch xmlns:a="http://schemas.openxmlformats.org/drawingml/2006/main">
            <a:fillRect l="0" t="0" r="0" b="0"/>
          </a:stretch>
        </p:blipFill>
        <p:spPr>
          <a:xfrm xmlns:a="http://schemas.openxmlformats.org/drawingml/2006/main">
            <a:off x="346075" y="631174"/>
            <a:ext cx="4905194" cy="620035"/>
          </a:xfrm>
          <a:prstGeom xmlns:a="http://schemas.openxmlformats.org/drawingml/2006/main" prst="rect">
            <a:avLst/>
          </a:prstGeom>
        </p:spPr>
      </p:pic>
      <p:sp>
        <p:nvSpPr>
          <p:cNvPr id="11" name="primary-heading">
            <a:extLst xmlns:a="http://schemas.openxmlformats.org/drawingml/2006/main">
              <a:ext uri="{FF2B5EF4-FFF2-40B4-BE49-F238E27FC236}">
                <a16:creationId xmlns:a16="http://schemas.microsoft.com/office/drawing/2014/main" id="{C55DA050-DFDF-4149-980E-C27C754C5698}"/>
              </a:ext>
            </a:extLst>
          </p:cNvPr>
          <p:cNvSpPr>
            <a:spLocks xmlns:a="http://schemas.openxmlformats.org/drawingml/2006/main" noGrp="1"/>
          </p:cNvSpPr>
          <p:nvPr/>
        </p:nvSpPr>
        <p:spPr>
          <a:xfrm xmlns:a="http://schemas.openxmlformats.org/drawingml/2006/main">
            <a:off x="619125" y="2324100"/>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FFFFFF"/>
                </a:solidFill>
                <a:latin typeface="Montserrat"/>
                <a:ea typeface="Montserrat"/>
                <a:cs typeface="Montserrat"/>
              </a:defRPr>
            </a:defPPr>
          </a:lstStyle>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ТРУДЯЖКИ</a:t>
            </a:r>
          </a:p>
        </p:txBody>
      </p:sp>
      <p:sp>
        <p:nvSpPr>
          <p:cNvPr id="12" name="content-1-1">
            <a:extLst xmlns:a="http://schemas.openxmlformats.org/drawingml/2006/main">
              <a:ext uri="{FF2B5EF4-FFF2-40B4-BE49-F238E27FC236}">
                <a16:creationId xmlns:a16="http://schemas.microsoft.com/office/drawing/2014/main" id="{1EC1AD3C-0860-4949-A92D-64F64CBA6C4F}"/>
              </a:ext>
            </a:extLst>
          </p:cNvPr>
          <p:cNvSpPr>
            <a:spLocks xmlns:a="http://schemas.openxmlformats.org/drawingml/2006/main" noGrp="1"/>
          </p:cNvSpPr>
          <p:nvPr/>
        </p:nvSpPr>
        <p:spPr>
          <a:xfrm xmlns:a="http://schemas.openxmlformats.org/drawingml/2006/main">
            <a:off x="619125" y="3162300"/>
            <a:ext cx="5762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FFFFFF"/>
                </a:solidFill>
                <a:latin typeface="Montserrat"/>
                <a:ea typeface="Montserrat"/>
                <a:cs typeface="Montserrat"/>
              </a:defRPr>
            </a:defPPr>
          </a:lstStyle>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Матрица компетенций</a:t>
            </a:r>
          </a:p>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и обратный найм</a:t>
            </a:r>
          </a:p>
        </p:txBody>
      </p:sp>
      <p:sp>
        <p:nvSpPr>
          <p:cNvPr id="13" name="content-1-2">
            <a:extLst xmlns:a="http://schemas.openxmlformats.org/drawingml/2006/main">
              <a:ext uri="{FF2B5EF4-FFF2-40B4-BE49-F238E27FC236}">
                <a16:creationId xmlns:a16="http://schemas.microsoft.com/office/drawing/2014/main" id="{7196DECA-6206-42FD-B145-F1D97E085FE6}"/>
              </a:ext>
            </a:extLst>
          </p:cNvPr>
          <p:cNvSpPr>
            <a:spLocks xmlns:a="http://schemas.openxmlformats.org/drawingml/2006/main" noGrp="1"/>
          </p:cNvSpPr>
          <p:nvPr/>
        </p:nvSpPr>
        <p:spPr>
          <a:xfrm xmlns:a="http://schemas.openxmlformats.org/drawingml/2006/main">
            <a:off x="619125" y="4714875"/>
            <a:ext cx="571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Montserrat"/>
                <a:ea typeface="Montserrat"/>
                <a:cs typeface="Montserrat"/>
              </a:defRPr>
            </a:defPPr>
          </a:lstStyle>
          <a:p xmlns:a="http://schemas.openxmlformats.org/drawingml/2006/main">
            <a:pPr algn="l">
              <a:lnSpc>
                <a:spcPct val="120000"/>
              </a:lnSpc>
              <a:buNone/>
              <a:defRPr sz="1800" b="0">
                <a:solidFill>
                  <a:srgbClr val="FFFFFF"/>
                </a:solidFill>
                <a:latin typeface="Montserrat"/>
                <a:ea typeface="Montserrat"/>
                <a:cs typeface="Montserrat"/>
              </a:defRPr>
            </a:pPr>
            <a:r>
              <a:rPr sz="1800" b="0">
                <a:solidFill>
                  <a:srgbClr val="FFFFFF"/>
                </a:solidFill>
                <a:latin typeface="Montserrat"/>
                <a:ea typeface="Montserrat"/>
                <a:cs typeface="Montserrat"/>
              </a:rPr>
              <a:t>Единая шкала навыков</a:t>
            </a:r>
          </a:p>
          <a:p xmlns:a="http://schemas.openxmlformats.org/drawingml/2006/main">
            <a:pPr algn="l">
              <a:lnSpc>
                <a:spcPct val="120000"/>
              </a:lnSpc>
              <a:buNone/>
              <a:defRPr sz="1800" b="0">
                <a:solidFill>
                  <a:srgbClr val="FFFFFF"/>
                </a:solidFill>
                <a:latin typeface="Montserrat"/>
                <a:ea typeface="Montserrat"/>
                <a:cs typeface="Montserrat"/>
              </a:defRPr>
            </a:pPr>
            <a:r>
              <a:rPr sz="1800" b="0">
                <a:solidFill>
                  <a:srgbClr val="FFFFFF"/>
                </a:solidFill>
                <a:latin typeface="Montserrat"/>
                <a:ea typeface="Montserrat"/>
                <a:cs typeface="Montserrat"/>
              </a:rPr>
              <a:t>для кандидата и компании.</a:t>
            </a:r>
          </a:p>
        </p:txBody>
      </p:sp>
      <p:sp>
        <p:nvSpPr>
          <p:cNvPr id="14" name="content-1-3">
            <a:extLst xmlns:a="http://schemas.openxmlformats.org/drawingml/2006/main">
              <a:ext uri="{FF2B5EF4-FFF2-40B4-BE49-F238E27FC236}">
                <a16:creationId xmlns:a16="http://schemas.microsoft.com/office/drawing/2014/main" id="{730CEBB1-06BD-4B72-A6B8-AB845FAA8F44}"/>
              </a:ext>
            </a:extLst>
          </p:cNvPr>
          <p:cNvSpPr>
            <a:spLocks xmlns:a="http://schemas.openxmlformats.org/drawingml/2006/main" noGrp="1"/>
          </p:cNvSpPr>
          <p:nvPr/>
        </p:nvSpPr>
        <p:spPr>
          <a:xfrm xmlns:a="http://schemas.openxmlformats.org/drawingml/2006/main">
            <a:off x="619125" y="5905500"/>
            <a:ext cx="342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FFFFFF"/>
                </a:solidFill>
                <a:latin typeface="Montserrat"/>
                <a:ea typeface="Montserrat"/>
                <a:cs typeface="Montserrat"/>
              </a:defRPr>
            </a:defPPr>
          </a:lstStyle>
          <a:p xmlns:a="http://schemas.openxmlformats.org/drawingml/2006/main">
            <a:pPr algn="l">
              <a:lnSpc>
                <a:spcPct val="120000"/>
              </a:lnSpc>
              <a:buNone/>
              <a:defRPr sz="1600" b="0">
                <a:solidFill>
                  <a:srgbClr val="FFFFFF"/>
                </a:solidFill>
                <a:latin typeface="Montserrat"/>
                <a:ea typeface="Montserrat"/>
                <a:cs typeface="Montserrat"/>
              </a:defRPr>
            </a:pPr>
            <a:r>
              <a:rPr sz="1600" b="0">
                <a:solidFill>
                  <a:srgbClr val="FFFFFF"/>
                </a:solidFill>
                <a:latin typeface="Montserrat"/>
                <a:ea typeface="Montserrat"/>
                <a:cs typeface="Montserrat"/>
              </a:rPr>
              <a:t>ЛЦТ 2026</a:t>
            </a:r>
          </a:p>
        </p:txBody>
      </p:sp>
    </p:spTree>
    <p:extLst>
      <p:ext uri="{BB962C8B-B14F-4D97-AF65-F5344CB8AC3E}">
        <p14:creationId xmlns:p14="http://schemas.microsoft.com/office/powerpoint/2010/main" val="1980666044"/>
      </p:ext>
    </p:extLst>
  </p:cSld>
</p:sld>
</file>

<file path=ppt/slides/slide2.xml><?xml version="1.0" encoding="utf-8"?>
<p:sld xmlns:p="http://schemas.openxmlformats.org/presentationml/2006/main">
  <p:cSld>
    <p:bg>
      <p:bgPr>
        <a:blipFill xmlns:a="http://schemas.openxmlformats.org/drawingml/2006/main" rotWithShape="1">
          <a:blip xmlns:r="http://schemas.openxmlformats.org/officeDocument/2006/relationships" r:embed="R6834386385d04f2c">
            <a:lum/>
          </a:blip>
          <a:srcRect l="0" t="0" r="0" b="0"/>
          <a:stretch>
            <a:fillRect l="0" t="0" r="0" b="0"/>
          </a:stretch>
        </a:blipFill>
      </p:bgPr>
    </p:bg>
    <p:spTree>
      <p:nvGrpSpPr>
        <p:cNvPr id="1" name=""/>
        <p:cNvGrpSpPr/>
        <p:nvPr/>
      </p:nvGrpSpPr>
      <p:grpSpPr>
        <a:xfrm xmlns:a="http://schemas.openxmlformats.org/drawingml/2006/main"/>
      </p:grpSpPr>
      <p:sp>
        <p:nvSpPr>
          <p:cNvPr id="3" name="Прямоугольник 2">
            <a:extLst xmlns:a="http://schemas.openxmlformats.org/drawingml/2006/main">
              <a:ext uri="{FF2B5EF4-FFF2-40B4-BE49-F238E27FC236}">
                <a16:creationId xmlns:a16="http://schemas.microsoft.com/office/drawing/2014/main" id="{13BA75DB-8EAE-769C-2B17-FF7CD6EEF6C6}"/>
              </a:ext>
            </a:extLst>
          </p:cNvPr>
          <p:cNvSpPr>
            <a:spLocks xmlns:a="http://schemas.openxmlformats.org/drawingml/2006/main" noGrp="1"/>
          </p:cNvSpPr>
          <p:nvPr/>
        </p:nvSpPr>
        <p:spPr>
          <a:xfrm xmlns:a="http://schemas.openxmlformats.org/drawingml/2006/main">
            <a:off x="0" y="2971800"/>
            <a:ext cx="6456363" cy="3886200"/>
          </a:xfrm>
          <a:prstGeom xmlns:a="http://schemas.openxmlformats.org/drawingml/2006/main" prst="rect">
            <a:avLst/>
          </a:prstGeom>
          <a:solidFill xmlns:a="http://schemas.openxmlformats.org/drawingml/2006/main">
            <a:srgbClr val="DCCEE4">
              <a:alpha val="49804"/>
            </a:srgbClr>
          </a:solidFill>
          <a:ln xmlns:a="http://schemas.openxmlformats.org/drawingml/2006/main">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a:p>
        </p:txBody>
      </p:sp>
      <p:sp>
        <p:nvSpPr>
          <p:cNvPr id="7" name="Прямая соединительная линия 6">
            <a:extLst xmlns:a="http://schemas.openxmlformats.org/drawingml/2006/main">
              <a:ext uri="{FF2B5EF4-FFF2-40B4-BE49-F238E27FC236}">
                <a16:creationId xmlns:a16="http://schemas.microsoft.com/office/drawing/2014/main" id="{64B4182A-E14D-4017-8A1D-F9B9D74F971C}"/>
              </a:ext>
            </a:extLst>
          </p:cNvPr>
          <p:cNvSpPr>
            <a:spLocks xmlns:a="http://schemas.openxmlformats.org/drawingml/2006/main" noGrp="1"/>
          </p:cNvSpPr>
          <p:nvPr/>
        </p:nvSpPr>
        <p:spPr>
          <a:xfrm xmlns:a="http://schemas.openxmlformats.org/drawingml/2006/main">
            <a:off x="6880774" y="2240031"/>
            <a:ext cx="4884824"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6" name="Прямая соединительная линия 15">
            <a:extLst xmlns:a="http://schemas.openxmlformats.org/drawingml/2006/main">
              <a:ext uri="{FF2B5EF4-FFF2-40B4-BE49-F238E27FC236}">
                <a16:creationId xmlns:a16="http://schemas.microsoft.com/office/drawing/2014/main" id="{FD2C6BE2-199F-469D-A2B8-A1793821A0D1}"/>
              </a:ext>
            </a:extLst>
          </p:cNvPr>
          <p:cNvSpPr>
            <a:spLocks xmlns:a="http://schemas.openxmlformats.org/drawingml/2006/main" noGrp="1"/>
          </p:cNvSpPr>
          <p:nvPr/>
        </p:nvSpPr>
        <p:spPr>
          <a:xfrm xmlns:a="http://schemas.openxmlformats.org/drawingml/2006/main">
            <a:off x="6897347" y="4437879"/>
            <a:ext cx="4884824"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7" name="Прямая соединительная линия 16">
            <a:extLst xmlns:a="http://schemas.openxmlformats.org/drawingml/2006/main">
              <a:ext uri="{FF2B5EF4-FFF2-40B4-BE49-F238E27FC236}">
                <a16:creationId xmlns:a16="http://schemas.microsoft.com/office/drawing/2014/main" id="{ACDA8D99-CAD6-43D1-A319-36F225C3230D}"/>
              </a:ext>
            </a:extLst>
          </p:cNvPr>
          <p:cNvSpPr>
            <a:spLocks xmlns:a="http://schemas.openxmlformats.org/drawingml/2006/main" noGrp="1"/>
          </p:cNvSpPr>
          <p:nvPr/>
        </p:nvSpPr>
        <p:spPr>
          <a:xfrm xmlns:a="http://schemas.openxmlformats.org/drawingml/2006/main">
            <a:off x="395833" y="3448639"/>
            <a:ext cx="5700167" cy="0"/>
          </a:xfrm>
          <a:prstGeom xmlns:a="http://schemas.openxmlformats.org/drawingml/2006/main" prst="line">
            <a:avLst/>
          </a:prstGeom>
          <a:ln xmlns:a="http://schemas.openxmlformats.org/drawingml/2006/main">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8" name="primary-heading">
            <a:extLst xmlns:a="http://schemas.openxmlformats.org/drawingml/2006/main">
              <a:ext uri="{FF2B5EF4-FFF2-40B4-BE49-F238E27FC236}">
                <a16:creationId xmlns:a16="http://schemas.microsoft.com/office/drawing/2014/main" id="{AC87A1CA-9DE8-463B-B02C-F4453876C4FF}"/>
              </a:ext>
            </a:extLst>
          </p:cNvPr>
          <p:cNvSpPr>
            <a:spLocks xmlns:a="http://schemas.openxmlformats.org/drawingml/2006/main" noGrp="1"/>
          </p:cNvSpPr>
          <p:nvPr/>
        </p:nvSpPr>
        <p:spPr>
          <a:xfrm xmlns:a="http://schemas.openxmlformats.org/drawingml/2006/main">
            <a:off x="476250" y="138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520978"/>
                </a:solidFill>
                <a:latin typeface="Montserrat"/>
                <a:ea typeface="Montserrat"/>
                <a:cs typeface="Montserrat"/>
              </a:defRPr>
            </a:defPPr>
          </a:lstStyle>
          <a:p xmlns:a="http://schemas.openxmlformats.org/drawingml/2006/main">
            <a:pPr algn="l">
              <a:lnSpc>
                <a:spcPct val="120000"/>
              </a:lnSpc>
              <a:buNone/>
              <a:defRPr sz="2400" b="1">
                <a:solidFill>
                  <a:srgbClr val="520978"/>
                </a:solidFill>
                <a:latin typeface="Montserrat"/>
                <a:ea typeface="Montserrat"/>
                <a:cs typeface="Montserrat"/>
              </a:defRPr>
            </a:pPr>
            <a:r>
              <a:rPr sz="2400" b="1">
                <a:solidFill>
                  <a:srgbClr val="520978"/>
                </a:solidFill>
                <a:latin typeface="Montserrat"/>
                <a:ea typeface="Montserrat"/>
                <a:cs typeface="Montserrat"/>
              </a:rPr>
              <a:t>СУТЬ РЕШЕНИЯ</a:t>
            </a:r>
          </a:p>
        </p:txBody>
      </p:sp>
      <p:sp>
        <p:nvSpPr>
          <p:cNvPr id="19" name="content-2-1">
            <a:extLst xmlns:a="http://schemas.openxmlformats.org/drawingml/2006/main">
              <a:ext uri="{FF2B5EF4-FFF2-40B4-BE49-F238E27FC236}">
                <a16:creationId xmlns:a16="http://schemas.microsoft.com/office/drawing/2014/main" id="{5BEB0934-8439-405C-9AAD-9B97F52673A0}"/>
              </a:ext>
            </a:extLst>
          </p:cNvPr>
          <p:cNvSpPr>
            <a:spLocks xmlns:a="http://schemas.openxmlformats.org/drawingml/2006/main" noGrp="1"/>
          </p:cNvSpPr>
          <p:nvPr/>
        </p:nvSpPr>
        <p:spPr>
          <a:xfrm xmlns:a="http://schemas.openxmlformats.org/drawingml/2006/main">
            <a:off x="476250" y="2114550"/>
            <a:ext cx="5286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520978"/>
                </a:solidFill>
                <a:latin typeface="Montserrat"/>
                <a:ea typeface="Montserrat"/>
                <a:cs typeface="Montserrat"/>
              </a:defRPr>
            </a:defPPr>
          </a:lstStyle>
          <a:p xmlns:a="http://schemas.openxmlformats.org/drawingml/2006/main">
            <a:pPr algn="l">
              <a:lnSpc>
                <a:spcPct val="120000"/>
              </a:lnSpc>
              <a:buNone/>
              <a:defRPr sz="2100" b="1">
                <a:solidFill>
                  <a:srgbClr val="520978"/>
                </a:solidFill>
                <a:latin typeface="Montserrat"/>
                <a:ea typeface="Montserrat"/>
                <a:cs typeface="Montserrat"/>
              </a:defRPr>
            </a:pPr>
            <a:r>
              <a:rPr sz="2100" b="1">
                <a:solidFill>
                  <a:srgbClr val="520978"/>
                </a:solidFill>
                <a:latin typeface="Montserrat"/>
                <a:ea typeface="Montserrat"/>
                <a:cs typeface="Montserrat"/>
              </a:rPr>
              <a:t>Матрица компетенций</a:t>
            </a:r>
          </a:p>
          <a:p xmlns:a="http://schemas.openxmlformats.org/drawingml/2006/main">
            <a:pPr algn="l">
              <a:lnSpc>
                <a:spcPct val="120000"/>
              </a:lnSpc>
              <a:buNone/>
              <a:defRPr sz="2100" b="1">
                <a:solidFill>
                  <a:srgbClr val="520978"/>
                </a:solidFill>
                <a:latin typeface="Montserrat"/>
                <a:ea typeface="Montserrat"/>
                <a:cs typeface="Montserrat"/>
              </a:defRPr>
            </a:pPr>
            <a:r>
              <a:rPr sz="2100" b="1">
                <a:solidFill>
                  <a:srgbClr val="520978"/>
                </a:solidFill>
                <a:latin typeface="Montserrat"/>
                <a:ea typeface="Montserrat"/>
                <a:cs typeface="Montserrat"/>
              </a:rPr>
              <a:t>и обратный найм</a:t>
            </a:r>
          </a:p>
        </p:txBody>
      </p:sp>
      <p:sp>
        <p:nvSpPr>
          <p:cNvPr id="20" name="content-2-2">
            <a:extLst xmlns:a="http://schemas.openxmlformats.org/drawingml/2006/main">
              <a:ext uri="{FF2B5EF4-FFF2-40B4-BE49-F238E27FC236}">
                <a16:creationId xmlns:a16="http://schemas.microsoft.com/office/drawing/2014/main" id="{97C5057D-E302-4583-AA5A-6794277109D6}"/>
              </a:ext>
            </a:extLst>
          </p:cNvPr>
          <p:cNvSpPr>
            <a:spLocks xmlns:a="http://schemas.openxmlformats.org/drawingml/2006/main" noGrp="1"/>
          </p:cNvSpPr>
          <p:nvPr/>
        </p:nvSpPr>
        <p:spPr>
          <a:xfrm xmlns:a="http://schemas.openxmlformats.org/drawingml/2006/main">
            <a:off x="476250" y="35909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Открытая матрица компетенций</a:t>
            </a:r>
          </a:p>
        </p:txBody>
      </p:sp>
      <p:sp>
        <p:nvSpPr>
          <p:cNvPr id="21" name="content-2-3">
            <a:extLst xmlns:a="http://schemas.openxmlformats.org/drawingml/2006/main">
              <a:ext uri="{FF2B5EF4-FFF2-40B4-BE49-F238E27FC236}">
                <a16:creationId xmlns:a16="http://schemas.microsoft.com/office/drawing/2014/main" id="{A6A77A0D-D14B-42F4-9402-FC59654D2FBF}"/>
              </a:ext>
            </a:extLst>
          </p:cNvPr>
          <p:cNvSpPr>
            <a:spLocks xmlns:a="http://schemas.openxmlformats.org/drawingml/2006/main" noGrp="1"/>
          </p:cNvSpPr>
          <p:nvPr/>
        </p:nvSpPr>
        <p:spPr>
          <a:xfrm xmlns:a="http://schemas.openxmlformats.org/drawingml/2006/main">
            <a:off x="476250" y="408622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Навыки и критерии уровней видны обеим сторонам. Тест подтверждает знания кандидата по этой шкале.</a:t>
            </a:r>
          </a:p>
        </p:txBody>
      </p:sp>
      <p:sp>
        <p:nvSpPr>
          <p:cNvPr id="22" name="content-2-4">
            <a:extLst xmlns:a="http://schemas.openxmlformats.org/drawingml/2006/main">
              <a:ext uri="{FF2B5EF4-FFF2-40B4-BE49-F238E27FC236}">
                <a16:creationId xmlns:a16="http://schemas.microsoft.com/office/drawing/2014/main" id="{B6DB7405-227B-4752-972D-E28CDA9475DA}"/>
              </a:ext>
            </a:extLst>
          </p:cNvPr>
          <p:cNvSpPr>
            <a:spLocks xmlns:a="http://schemas.openxmlformats.org/drawingml/2006/main" noGrp="1"/>
          </p:cNvSpPr>
          <p:nvPr/>
        </p:nvSpPr>
        <p:spPr>
          <a:xfrm xmlns:a="http://schemas.openxmlformats.org/drawingml/2006/main">
            <a:off x="6886575" y="23622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Компания задаёт требования</a:t>
            </a:r>
          </a:p>
        </p:txBody>
      </p:sp>
      <p:sp>
        <p:nvSpPr>
          <p:cNvPr id="23" name="content-2-5">
            <a:extLst xmlns:a="http://schemas.openxmlformats.org/drawingml/2006/main">
              <a:ext uri="{FF2B5EF4-FFF2-40B4-BE49-F238E27FC236}">
                <a16:creationId xmlns:a16="http://schemas.microsoft.com/office/drawing/2014/main" id="{97A815E4-4281-4207-8D91-10A32E3DBDE2}"/>
              </a:ext>
            </a:extLst>
          </p:cNvPr>
          <p:cNvSpPr>
            <a:spLocks xmlns:a="http://schemas.openxmlformats.org/drawingml/2006/main" noGrp="1"/>
          </p:cNvSpPr>
          <p:nvPr/>
        </p:nvSpPr>
        <p:spPr>
          <a:xfrm xmlns:a="http://schemas.openxmlformats.org/drawingml/2006/main">
            <a:off x="6886575" y="2762250"/>
            <a:ext cx="46863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Работодатель выбирает нужные навыки и уровень по нашей матрице. Подбор показывает совпадения и пробелы, помогая HR выбрать подходящие профили.</a:t>
            </a:r>
          </a:p>
        </p:txBody>
      </p:sp>
      <p:sp>
        <p:nvSpPr>
          <p:cNvPr id="24" name="content-2-6">
            <a:extLst xmlns:a="http://schemas.openxmlformats.org/drawingml/2006/main">
              <a:ext uri="{FF2B5EF4-FFF2-40B4-BE49-F238E27FC236}">
                <a16:creationId xmlns:a16="http://schemas.microsoft.com/office/drawing/2014/main" id="{A8E811D0-5314-4DB4-AD45-91D81F697202}"/>
              </a:ext>
            </a:extLst>
          </p:cNvPr>
          <p:cNvSpPr>
            <a:spLocks xmlns:a="http://schemas.openxmlformats.org/drawingml/2006/main" noGrp="1"/>
          </p:cNvSpPr>
          <p:nvPr/>
        </p:nvSpPr>
        <p:spPr>
          <a:xfrm xmlns:a="http://schemas.openxmlformats.org/drawingml/2006/main">
            <a:off x="6886575" y="46291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Анонимный обратный найм</a:t>
            </a:r>
          </a:p>
        </p:txBody>
      </p:sp>
      <p:sp>
        <p:nvSpPr>
          <p:cNvPr id="25" name="content-2-7">
            <a:extLst xmlns:a="http://schemas.openxmlformats.org/drawingml/2006/main">
              <a:ext uri="{FF2B5EF4-FFF2-40B4-BE49-F238E27FC236}">
                <a16:creationId xmlns:a16="http://schemas.microsoft.com/office/drawing/2014/main" id="{1B64C7F2-EDBA-40CA-AF63-A079419CB683}"/>
              </a:ext>
            </a:extLst>
          </p:cNvPr>
          <p:cNvSpPr>
            <a:spLocks xmlns:a="http://schemas.openxmlformats.org/drawingml/2006/main" noGrp="1"/>
          </p:cNvSpPr>
          <p:nvPr/>
        </p:nvSpPr>
        <p:spPr>
          <a:xfrm xmlns:a="http://schemas.openxmlformats.org/drawingml/2006/main">
            <a:off x="6886575" y="5038725"/>
            <a:ext cx="46863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 согласия на контакт компания видит навыки без имени. Приглашение содержит задачи, условия и зарплатную вилку.</a:t>
            </a:r>
          </a:p>
        </p:txBody>
      </p:sp>
      <p:sp>
        <p:nvSpPr>
          <p:cNvPr id="26" name="slide-number">
            <a:extLst xmlns:a="http://schemas.openxmlformats.org/drawingml/2006/main">
              <a:ext uri="{FF2B5EF4-FFF2-40B4-BE49-F238E27FC236}">
                <a16:creationId xmlns:a16="http://schemas.microsoft.com/office/drawing/2014/main" id="{E7A0927F-088A-4B81-AA8C-9F9769B0FB14}"/>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2</a:t>
            </a:r>
          </a:p>
        </p:txBody>
      </p:sp>
    </p:spTree>
    <p:extLst>
      <p:ext uri="{BB962C8B-B14F-4D97-AF65-F5344CB8AC3E}">
        <p14:creationId xmlns:p14="http://schemas.microsoft.com/office/powerpoint/2010/main" val="3539778944"/>
      </p:ext>
    </p:extLst>
  </p:cSld>
</p:sld>
</file>

<file path=ppt/slides/slide3.xml><?xml version="1.0" encoding="utf-8"?>
<p:sld xmlns:p="http://schemas.openxmlformats.org/presentationml/2006/main">
  <p:cSld>
    <p:bg>
      <p:bgPr>
        <a:blipFill xmlns:a="http://schemas.openxmlformats.org/drawingml/2006/main" rotWithShape="1">
          <a:blip xmlns:r="http://schemas.openxmlformats.org/officeDocument/2006/relationships" r:embed="R53de920b9e63462d">
            <a:lum/>
          </a:blip>
          <a:srcRect l="0" t="0" r="0" b="0"/>
          <a:stretch>
            <a:fillRect l="0" t="0" r="0" b="0"/>
          </a:stretch>
        </a:blipFill>
      </p:bgPr>
    </p:bg>
    <p:spTree>
      <p:nvGrpSpPr>
        <p:cNvPr id="1" name=""/>
        <p:cNvGrpSpPr/>
        <p:nvPr/>
      </p:nvGrpSpPr>
      <p:grpSpPr>
        <a:xfrm xmlns:a="http://schemas.openxmlformats.org/drawingml/2006/main"/>
      </p:grpSpPr>
      <p:sp>
        <p:nvSpPr>
          <p:cNvPr id="56" name="Скругленный прямоугольник 55">
            <a:extLst xmlns:a="http://schemas.openxmlformats.org/drawingml/2006/main">
              <a:ext uri="{FF2B5EF4-FFF2-40B4-BE49-F238E27FC236}">
                <a16:creationId xmlns:a16="http://schemas.microsoft.com/office/drawing/2014/main" id="{635392F3-78F4-5585-E25E-CDBEA7E9F10C}"/>
              </a:ext>
            </a:extLst>
          </p:cNvPr>
          <p:cNvSpPr>
            <a:spLocks xmlns:a="http://schemas.openxmlformats.org/drawingml/2006/main" noGrp="1"/>
          </p:cNvSpPr>
          <p:nvPr/>
        </p:nvSpPr>
        <p:spPr>
          <a:xfrm xmlns:a="http://schemas.openxmlformats.org/drawingml/2006/main">
            <a:off x="45434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59" name="Скругленный прямоугольник 58">
            <a:extLst xmlns:a="http://schemas.openxmlformats.org/drawingml/2006/main">
              <a:ext uri="{FF2B5EF4-FFF2-40B4-BE49-F238E27FC236}">
                <a16:creationId xmlns:a16="http://schemas.microsoft.com/office/drawing/2014/main" id="{0F406257-4D6A-D88A-21D7-91882F262CF5}"/>
              </a:ext>
            </a:extLst>
          </p:cNvPr>
          <p:cNvSpPr>
            <a:spLocks xmlns:a="http://schemas.openxmlformats.org/drawingml/2006/main" noGrp="1"/>
          </p:cNvSpPr>
          <p:nvPr/>
        </p:nvSpPr>
        <p:spPr>
          <a:xfrm xmlns:a="http://schemas.openxmlformats.org/drawingml/2006/main">
            <a:off x="84677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FC0035EA-559C-020F-D4A8-B4146A26E8E5}"/>
              </a:ext>
            </a:extLst>
          </p:cNvPr>
          <p:cNvSpPr>
            <a:spLocks xmlns:a="http://schemas.openxmlformats.org/drawingml/2006/main" noGrp="1"/>
          </p:cNvSpPr>
          <p:nvPr/>
        </p:nvSpPr>
        <p:spPr>
          <a:xfrm xmlns:a="http://schemas.openxmlformats.org/drawingml/2006/main">
            <a:off x="6191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3" name="Скругленный прямоугольник 12">
            <a:extLst xmlns:a="http://schemas.openxmlformats.org/drawingml/2006/main">
              <a:ext uri="{FF2B5EF4-FFF2-40B4-BE49-F238E27FC236}">
                <a16:creationId xmlns:a16="http://schemas.microsoft.com/office/drawing/2014/main" id="{4F9EEB10-D234-64E3-5744-B3981F11A494}"/>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60" name="primary-heading">
            <a:extLst xmlns:a="http://schemas.openxmlformats.org/drawingml/2006/main">
              <a:ext uri="{FF2B5EF4-FFF2-40B4-BE49-F238E27FC236}">
                <a16:creationId xmlns:a16="http://schemas.microsoft.com/office/drawing/2014/main" id="{1519522A-05DA-4F6F-B203-AF37F85C9AF0}"/>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КОМАНДА И ЗОНЫ ОТВЕТСТВЕННОСТИ</a:t>
            </a:r>
          </a:p>
        </p:txBody>
      </p:sp>
      <p:sp>
        <p:nvSpPr>
          <p:cNvPr id="61" name="content-3-1">
            <a:extLst xmlns:a="http://schemas.openxmlformats.org/drawingml/2006/main">
              <a:ext uri="{FF2B5EF4-FFF2-40B4-BE49-F238E27FC236}">
                <a16:creationId xmlns:a16="http://schemas.microsoft.com/office/drawing/2014/main" id="{54D48B70-5139-40AC-BCAE-D057902B0E3A}"/>
              </a:ext>
            </a:extLst>
          </p:cNvPr>
          <p:cNvSpPr>
            <a:spLocks xmlns:a="http://schemas.openxmlformats.org/drawingml/2006/main" noGrp="1"/>
          </p:cNvSpPr>
          <p:nvPr/>
        </p:nvSpPr>
        <p:spPr>
          <a:xfrm xmlns:a="http://schemas.openxmlformats.org/drawingml/2006/main">
            <a:off x="8286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Продукт и интерфейс</a:t>
            </a:r>
          </a:p>
        </p:txBody>
      </p:sp>
      <p:sp>
        <p:nvSpPr>
          <p:cNvPr id="62" name="content-3-2">
            <a:extLst xmlns:a="http://schemas.openxmlformats.org/drawingml/2006/main">
              <a:ext uri="{FF2B5EF4-FFF2-40B4-BE49-F238E27FC236}">
                <a16:creationId xmlns:a16="http://schemas.microsoft.com/office/drawing/2014/main" id="{B25D6D60-DD94-4879-A1DE-2D1078CC7BCF}"/>
              </a:ext>
            </a:extLst>
          </p:cNvPr>
          <p:cNvSpPr>
            <a:spLocks xmlns:a="http://schemas.openxmlformats.org/drawingml/2006/main" noGrp="1"/>
          </p:cNvSpPr>
          <p:nvPr/>
        </p:nvSpPr>
        <p:spPr>
          <a:xfrm xmlns:a="http://schemas.openxmlformats.org/drawingml/2006/main">
            <a:off x="8286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Сценарии кандидата и работодателя, требования и удобство первого контакта.</a:t>
            </a:r>
          </a:p>
        </p:txBody>
      </p:sp>
      <p:sp>
        <p:nvSpPr>
          <p:cNvPr id="63" name="content-3-3">
            <a:extLst xmlns:a="http://schemas.openxmlformats.org/drawingml/2006/main">
              <a:ext uri="{FF2B5EF4-FFF2-40B4-BE49-F238E27FC236}">
                <a16:creationId xmlns:a16="http://schemas.microsoft.com/office/drawing/2014/main" id="{9CA7B724-440C-4785-A2D9-6FE9F024B63A}"/>
              </a:ext>
            </a:extLst>
          </p:cNvPr>
          <p:cNvSpPr>
            <a:spLocks xmlns:a="http://schemas.openxmlformats.org/drawingml/2006/main" noGrp="1"/>
          </p:cNvSpPr>
          <p:nvPr/>
        </p:nvSpPr>
        <p:spPr>
          <a:xfrm xmlns:a="http://schemas.openxmlformats.org/drawingml/2006/main">
            <a:off x="47529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Платформа и данные</a:t>
            </a:r>
          </a:p>
        </p:txBody>
      </p:sp>
      <p:sp>
        <p:nvSpPr>
          <p:cNvPr id="64" name="content-3-4">
            <a:extLst xmlns:a="http://schemas.openxmlformats.org/drawingml/2006/main">
              <a:ext uri="{FF2B5EF4-FFF2-40B4-BE49-F238E27FC236}">
                <a16:creationId xmlns:a16="http://schemas.microsoft.com/office/drawing/2014/main" id="{3003A64D-A341-497B-8049-8F5AA693FCA2}"/>
              </a:ext>
            </a:extLst>
          </p:cNvPr>
          <p:cNvSpPr>
            <a:spLocks xmlns:a="http://schemas.openxmlformats.org/drawingml/2006/main" noGrp="1"/>
          </p:cNvSpPr>
          <p:nvPr/>
        </p:nvSpPr>
        <p:spPr>
          <a:xfrm xmlns:a="http://schemas.openxmlformats.org/drawingml/2006/main">
            <a:off x="47529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Профили, API, хранение результатов и правила доступа.</a:t>
            </a:r>
          </a:p>
        </p:txBody>
      </p:sp>
      <p:sp>
        <p:nvSpPr>
          <p:cNvPr id="65" name="content-3-5">
            <a:extLst xmlns:a="http://schemas.openxmlformats.org/drawingml/2006/main">
              <a:ext uri="{FF2B5EF4-FFF2-40B4-BE49-F238E27FC236}">
                <a16:creationId xmlns:a16="http://schemas.microsoft.com/office/drawing/2014/main" id="{2CF552A7-D92E-4576-AADE-8C67E2641C06}"/>
              </a:ext>
            </a:extLst>
          </p:cNvPr>
          <p:cNvSpPr>
            <a:spLocks xmlns:a="http://schemas.openxmlformats.org/drawingml/2006/main" noGrp="1"/>
          </p:cNvSpPr>
          <p:nvPr/>
        </p:nvSpPr>
        <p:spPr>
          <a:xfrm xmlns:a="http://schemas.openxmlformats.org/drawingml/2006/main">
            <a:off x="86772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Оценка и качество</a:t>
            </a:r>
          </a:p>
        </p:txBody>
      </p:sp>
      <p:sp>
        <p:nvSpPr>
          <p:cNvPr id="66" name="content-3-6">
            <a:extLst xmlns:a="http://schemas.openxmlformats.org/drawingml/2006/main">
              <a:ext uri="{FF2B5EF4-FFF2-40B4-BE49-F238E27FC236}">
                <a16:creationId xmlns:a16="http://schemas.microsoft.com/office/drawing/2014/main" id="{22B4F497-A049-437F-82EA-F86EF0B210D6}"/>
              </a:ext>
            </a:extLst>
          </p:cNvPr>
          <p:cNvSpPr>
            <a:spLocks xmlns:a="http://schemas.openxmlformats.org/drawingml/2006/main" noGrp="1"/>
          </p:cNvSpPr>
          <p:nvPr/>
        </p:nvSpPr>
        <p:spPr>
          <a:xfrm xmlns:a="http://schemas.openxmlformats.org/drawingml/2006/main">
            <a:off x="86772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Рубрики тестов, объяснимый подбор и проверка пограничных случаев.</a:t>
            </a:r>
          </a:p>
        </p:txBody>
      </p:sp>
      <p:sp>
        <p:nvSpPr>
          <p:cNvPr id="67" name="content-3-7">
            <a:extLst xmlns:a="http://schemas.openxmlformats.org/drawingml/2006/main">
              <a:ext uri="{FF2B5EF4-FFF2-40B4-BE49-F238E27FC236}">
                <a16:creationId xmlns:a16="http://schemas.microsoft.com/office/drawing/2014/main" id="{30FA0DA3-F7DC-4058-845C-F4386152BA3C}"/>
              </a:ext>
            </a:extLst>
          </p:cNvPr>
          <p:cNvSpPr>
            <a:spLocks xmlns:a="http://schemas.openxmlformats.org/drawingml/2006/main" noGrp="1"/>
          </p:cNvSpPr>
          <p:nvPr/>
        </p:nvSpPr>
        <p:spPr>
          <a:xfrm xmlns:a="http://schemas.openxmlformats.org/drawingml/2006/main">
            <a:off x="809625" y="56864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FFFFF"/>
                </a:solidFill>
                <a:latin typeface="Montserrat"/>
                <a:ea typeface="Montserrat"/>
                <a:cs typeface="Montserrat"/>
              </a:defRPr>
            </a:defPPr>
          </a:lstStyle>
          <a:p xmlns:a="http://schemas.openxmlformats.org/drawingml/2006/main">
            <a:pPr algn="l">
              <a:lnSpc>
                <a:spcPct val="120000"/>
              </a:lnSpc>
              <a:buNone/>
              <a:defRPr sz="1500" b="0">
                <a:solidFill>
                  <a:srgbClr val="FFFFFF"/>
                </a:solidFill>
                <a:latin typeface="Montserrat"/>
                <a:ea typeface="Montserrat"/>
                <a:cs typeface="Montserrat"/>
              </a:defRPr>
            </a:pPr>
            <a:r>
              <a:rPr sz="1500" b="0">
                <a:solidFill>
                  <a:srgbClr val="FFFFFF"/>
                </a:solidFill>
                <a:latin typeface="Montserrat"/>
                <a:ea typeface="Montserrat"/>
                <a:cs typeface="Montserrat"/>
              </a:rPr>
              <a:t>Предлагаемые зоны работы для 3 участников.</a:t>
            </a:r>
          </a:p>
          <a:p xmlns:a="http://schemas.openxmlformats.org/drawingml/2006/main">
            <a:pPr algn="l">
              <a:lnSpc>
                <a:spcPct val="120000"/>
              </a:lnSpc>
              <a:buNone/>
              <a:defRPr sz="1500" b="0">
                <a:solidFill>
                  <a:srgbClr val="FFFFFF"/>
                </a:solidFill>
                <a:latin typeface="Montserrat"/>
                <a:ea typeface="Montserrat"/>
                <a:cs typeface="Montserrat"/>
              </a:defRPr>
            </a:pPr>
            <a:r>
              <a:rPr sz="1500" b="0">
                <a:solidFill>
                  <a:srgbClr val="FFFFFF"/>
                </a:solidFill>
                <a:latin typeface="Montserrat"/>
                <a:ea typeface="Montserrat"/>
                <a:cs typeface="Montserrat"/>
              </a:rPr>
              <a:t>ФИО, контакты и места работы/учёбы в материалах не указаны.</a:t>
            </a:r>
          </a:p>
        </p:txBody>
      </p:sp>
      <p:sp>
        <p:nvSpPr>
          <p:cNvPr id="68" name="slide-number">
            <a:extLst xmlns:a="http://schemas.openxmlformats.org/drawingml/2006/main">
              <a:ext uri="{FF2B5EF4-FFF2-40B4-BE49-F238E27FC236}">
                <a16:creationId xmlns:a16="http://schemas.microsoft.com/office/drawing/2014/main" id="{5C616B3E-943A-454D-8E37-DF55E218451B}"/>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FFFFFF"/>
                </a:solidFill>
                <a:latin typeface="Montserrat"/>
                <a:ea typeface="Montserrat"/>
                <a:cs typeface="Montserrat"/>
              </a:defRPr>
            </a:defPPr>
          </a:lstStyle>
          <a:p xmlns:a="http://schemas.openxmlformats.org/drawingml/2006/main">
            <a:pPr algn="r">
              <a:defRPr sz="1200">
                <a:solidFill>
                  <a:srgbClr val="FFFFFF"/>
                </a:solidFill>
                <a:latin typeface="Montserrat"/>
                <a:ea typeface="Montserrat"/>
                <a:cs typeface="Montserrat"/>
              </a:defRPr>
            </a:pPr>
            <a:r>
              <a:rPr sz="1200">
                <a:solidFill>
                  <a:srgbClr val="FFFFFF"/>
                </a:solidFill>
                <a:latin typeface="Montserrat"/>
                <a:ea typeface="Montserrat"/>
                <a:cs typeface="Montserrat"/>
              </a:rPr>
              <a:t>3</a:t>
            </a:r>
          </a:p>
        </p:txBody>
      </p:sp>
    </p:spTree>
    <p:extLst>
      <p:ext uri="{BB962C8B-B14F-4D97-AF65-F5344CB8AC3E}">
        <p14:creationId xmlns:p14="http://schemas.microsoft.com/office/powerpoint/2010/main" val="922147036"/>
      </p:ext>
    </p:extLst>
  </p:cSld>
</p:sld>
</file>

<file path=ppt/slides/slide4.xml><?xml version="1.0" encoding="utf-8"?>
<p:sld xmlns:p="http://schemas.openxmlformats.org/presentationml/2006/main">
  <p:cSld>
    <p:bg>
      <p:bgPr>
        <a:blipFill xmlns:a="http://schemas.openxmlformats.org/drawingml/2006/main" rotWithShape="1">
          <a:blip xmlns:r="http://schemas.openxmlformats.org/officeDocument/2006/relationships" r:embed="Rd64a6c00ba934a93">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9376089D-9A77-730A-ADAF-A685C17F1AED}"/>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5" name="Прямая соединительная линия 4">
            <a:extLst xmlns:a="http://schemas.openxmlformats.org/drawingml/2006/main">
              <a:ext uri="{FF2B5EF4-FFF2-40B4-BE49-F238E27FC236}">
                <a16:creationId xmlns:a16="http://schemas.microsoft.com/office/drawing/2014/main" id="{F7707DF7-73DD-4ECD-A563-2926A9207B7C}"/>
              </a:ext>
            </a:extLst>
          </p:cNvPr>
          <p:cNvSpPr>
            <a:spLocks xmlns:a="http://schemas.openxmlformats.org/drawingml/2006/main" noGrp="1"/>
          </p:cNvSpPr>
          <p:nvPr/>
        </p:nvSpPr>
        <p:spPr>
          <a:xfrm xmlns:a="http://schemas.openxmlformats.org/drawingml/2006/main">
            <a:off x="623888" y="2745691"/>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6" name="Прямая соединительная линия 5">
            <a:extLst xmlns:a="http://schemas.openxmlformats.org/drawingml/2006/main">
              <a:ext uri="{FF2B5EF4-FFF2-40B4-BE49-F238E27FC236}">
                <a16:creationId xmlns:a16="http://schemas.microsoft.com/office/drawing/2014/main" id="{229AC799-74EB-47D6-A026-5FF4C306BE2D}"/>
              </a:ext>
            </a:extLst>
          </p:cNvPr>
          <p:cNvSpPr>
            <a:spLocks xmlns:a="http://schemas.openxmlformats.org/drawingml/2006/main" noGrp="1"/>
          </p:cNvSpPr>
          <p:nvPr/>
        </p:nvSpPr>
        <p:spPr>
          <a:xfrm xmlns:a="http://schemas.openxmlformats.org/drawingml/2006/main">
            <a:off x="623888" y="4407066"/>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8" name="Прямая соединительная линия 7">
            <a:extLst xmlns:a="http://schemas.openxmlformats.org/drawingml/2006/main">
              <a:ext uri="{FF2B5EF4-FFF2-40B4-BE49-F238E27FC236}">
                <a16:creationId xmlns:a16="http://schemas.microsoft.com/office/drawing/2014/main" id="{B830FF04-36CF-4778-8E1C-B244C79E19A8}"/>
              </a:ext>
            </a:extLst>
          </p:cNvPr>
          <p:cNvSpPr>
            <a:spLocks xmlns:a="http://schemas.openxmlformats.org/drawingml/2006/main" noGrp="1"/>
          </p:cNvSpPr>
          <p:nvPr/>
        </p:nvSpPr>
        <p:spPr>
          <a:xfrm xmlns:a="http://schemas.openxmlformats.org/drawingml/2006/main">
            <a:off x="623888" y="1110074"/>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9" name="primary-heading">
            <a:extLst xmlns:a="http://schemas.openxmlformats.org/drawingml/2006/main">
              <a:ext uri="{FF2B5EF4-FFF2-40B4-BE49-F238E27FC236}">
                <a16:creationId xmlns:a16="http://schemas.microsoft.com/office/drawing/2014/main" id="{5D434DC6-ED0A-407F-88ED-7FF6AE53E886}"/>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ПРОБЛЕМА И ЦЕННОСТЬ ДЛЯ КОМПАНИИ</a:t>
            </a:r>
          </a:p>
        </p:txBody>
      </p:sp>
      <p:sp>
        <p:nvSpPr>
          <p:cNvPr id="10" name="content-4-1">
            <a:extLst xmlns:a="http://schemas.openxmlformats.org/drawingml/2006/main">
              <a:ext uri="{FF2B5EF4-FFF2-40B4-BE49-F238E27FC236}">
                <a16:creationId xmlns:a16="http://schemas.microsoft.com/office/drawing/2014/main" id="{E502D9F1-1A4E-4447-BF1A-CE97A79F912A}"/>
              </a:ext>
            </a:extLst>
          </p:cNvPr>
          <p:cNvSpPr>
            <a:spLocks xmlns:a="http://schemas.openxmlformats.org/drawingml/2006/main" noGrp="1"/>
          </p:cNvSpPr>
          <p:nvPr/>
        </p:nvSpPr>
        <p:spPr>
          <a:xfrm xmlns:a="http://schemas.openxmlformats.org/drawingml/2006/main">
            <a:off x="619125" y="13620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Разные представления об уровне</a:t>
            </a:r>
          </a:p>
        </p:txBody>
      </p:sp>
      <p:sp>
        <p:nvSpPr>
          <p:cNvPr id="11" name="content-4-2">
            <a:extLst xmlns:a="http://schemas.openxmlformats.org/drawingml/2006/main">
              <a:ext uri="{FF2B5EF4-FFF2-40B4-BE49-F238E27FC236}">
                <a16:creationId xmlns:a16="http://schemas.microsoft.com/office/drawing/2014/main" id="{92956D5C-6ED1-455B-A2D1-6521E7F86CEC}"/>
              </a:ext>
            </a:extLst>
          </p:cNvPr>
          <p:cNvSpPr>
            <a:spLocks xmlns:a="http://schemas.openxmlformats.org/drawingml/2006/main" noGrp="1"/>
          </p:cNvSpPr>
          <p:nvPr/>
        </p:nvSpPr>
        <p:spPr>
          <a:xfrm xmlns:a="http://schemas.openxmlformats.org/drawingml/2006/main">
            <a:off x="619125" y="18288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Название «Middle» не раскрывает навыки. Компании приходится заново разбирать резюме и проверять соответствие задачам.</a:t>
            </a:r>
          </a:p>
        </p:txBody>
      </p:sp>
      <p:sp>
        <p:nvSpPr>
          <p:cNvPr id="12" name="content-4-3">
            <a:extLst xmlns:a="http://schemas.openxmlformats.org/drawingml/2006/main">
              <a:ext uri="{FF2B5EF4-FFF2-40B4-BE49-F238E27FC236}">
                <a16:creationId xmlns:a16="http://schemas.microsoft.com/office/drawing/2014/main" id="{7F8BEDBF-9C00-4C69-AE89-650A4A5FDB38}"/>
              </a:ext>
            </a:extLst>
          </p:cNvPr>
          <p:cNvSpPr>
            <a:spLocks xmlns:a="http://schemas.openxmlformats.org/drawingml/2006/main" noGrp="1"/>
          </p:cNvSpPr>
          <p:nvPr/>
        </p:nvSpPr>
        <p:spPr>
          <a:xfrm xmlns:a="http://schemas.openxmlformats.org/drawingml/2006/main">
            <a:off x="619125" y="30384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Подбор по подтверждениям</a:t>
            </a:r>
          </a:p>
        </p:txBody>
      </p:sp>
      <p:sp>
        <p:nvSpPr>
          <p:cNvPr id="13" name="content-4-4">
            <a:extLst xmlns:a="http://schemas.openxmlformats.org/drawingml/2006/main">
              <a:ext uri="{FF2B5EF4-FFF2-40B4-BE49-F238E27FC236}">
                <a16:creationId xmlns:a16="http://schemas.microsoft.com/office/drawing/2014/main" id="{1D8FDA3E-F2AA-403D-A819-46640677AB38}"/>
              </a:ext>
            </a:extLst>
          </p:cNvPr>
          <p:cNvSpPr>
            <a:spLocks xmlns:a="http://schemas.openxmlformats.org/drawingml/2006/main" noGrp="1"/>
          </p:cNvSpPr>
          <p:nvPr/>
        </p:nvSpPr>
        <p:spPr>
          <a:xfrm xmlns:a="http://schemas.openxmlformats.org/drawingml/2006/main">
            <a:off x="619125" y="35052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Открытая матрица связывает требования вакансии с тестом кандидата. Единый пул профилей показывает совпадения и пробелы.</a:t>
            </a:r>
          </a:p>
        </p:txBody>
      </p:sp>
      <p:sp>
        <p:nvSpPr>
          <p:cNvPr id="14" name="content-4-5">
            <a:extLst xmlns:a="http://schemas.openxmlformats.org/drawingml/2006/main">
              <a:ext uri="{FF2B5EF4-FFF2-40B4-BE49-F238E27FC236}">
                <a16:creationId xmlns:a16="http://schemas.microsoft.com/office/drawing/2014/main" id="{3A7953ED-586F-423E-A23C-5A196F133C8C}"/>
              </a:ext>
            </a:extLst>
          </p:cNvPr>
          <p:cNvSpPr>
            <a:spLocks xmlns:a="http://schemas.openxmlformats.org/drawingml/2006/main" noGrp="1"/>
          </p:cNvSpPr>
          <p:nvPr/>
        </p:nvSpPr>
        <p:spPr>
          <a:xfrm xmlns:a="http://schemas.openxmlformats.org/drawingml/2006/main">
            <a:off x="619125" y="47148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Меньше ручного поиска</a:t>
            </a:r>
          </a:p>
        </p:txBody>
      </p:sp>
      <p:sp>
        <p:nvSpPr>
          <p:cNvPr id="15" name="content-4-6">
            <a:extLst xmlns:a="http://schemas.openxmlformats.org/drawingml/2006/main">
              <a:ext uri="{FF2B5EF4-FFF2-40B4-BE49-F238E27FC236}">
                <a16:creationId xmlns:a16="http://schemas.microsoft.com/office/drawing/2014/main" id="{3BD7CB74-D86D-4999-BE7C-8975E5DE2026}"/>
              </a:ext>
            </a:extLst>
          </p:cNvPr>
          <p:cNvSpPr>
            <a:spLocks xmlns:a="http://schemas.openxmlformats.org/drawingml/2006/main" noGrp="1"/>
          </p:cNvSpPr>
          <p:nvPr/>
        </p:nvSpPr>
        <p:spPr>
          <a:xfrm xmlns:a="http://schemas.openxmlformats.org/drawingml/2006/main">
            <a:off x="619125" y="51816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HR получает подборку по нужным компетенциям. Гипотеза: меньше нерелевантных просмотров и ниже затраты до подходящего контакта.</a:t>
            </a:r>
          </a:p>
        </p:txBody>
      </p:sp>
      <p:sp>
        <p:nvSpPr>
          <p:cNvPr id="16" name="slide-number">
            <a:extLst xmlns:a="http://schemas.openxmlformats.org/drawingml/2006/main">
              <a:ext uri="{FF2B5EF4-FFF2-40B4-BE49-F238E27FC236}">
                <a16:creationId xmlns:a16="http://schemas.microsoft.com/office/drawing/2014/main" id="{E2F931F3-2DB5-4C79-9E81-851DBD374850}"/>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4</a:t>
            </a:r>
          </a:p>
        </p:txBody>
      </p:sp>
    </p:spTree>
    <p:extLst>
      <p:ext uri="{BB962C8B-B14F-4D97-AF65-F5344CB8AC3E}">
        <p14:creationId xmlns:p14="http://schemas.microsoft.com/office/powerpoint/2010/main" val="2035511140"/>
      </p:ext>
    </p:extLst>
  </p:cSld>
</p:sld>
</file>

<file path=ppt/slides/slide5.xml><?xml version="1.0" encoding="utf-8"?>
<p:sld xmlns:p="http://schemas.openxmlformats.org/presentationml/2006/main">
  <p:cSld>
    <p:bg>
      <p:bgPr>
        <a:blipFill xmlns:a="http://schemas.openxmlformats.org/drawingml/2006/main" rotWithShape="1">
          <a:blip xmlns:r="http://schemas.openxmlformats.org/officeDocument/2006/relationships" r:embed="R6b5df1bb53c34f65">
            <a:lum/>
          </a:blip>
          <a:srcRect l="0" t="0" r="0" b="0"/>
          <a:stretch>
            <a:fillRect l="0" t="0" r="0" b="0"/>
          </a:stretch>
        </a:blipFill>
      </p:bgPr>
    </p:bg>
    <p:spTree>
      <p:nvGrpSpPr>
        <p:cNvPr id="1" name=""/>
        <p:cNvGrpSpPr/>
        <p:nvPr/>
      </p:nvGrpSpPr>
      <p:grpSpPr>
        <a:xfrm xmlns:a="http://schemas.openxmlformats.org/drawingml/2006/main"/>
      </p:grpSpPr>
      <p:sp>
        <p:nvSpPr>
          <p:cNvPr id="10" name="Скругленный прямоугольник 9">
            <a:extLst xmlns:a="http://schemas.openxmlformats.org/drawingml/2006/main">
              <a:ext uri="{FF2B5EF4-FFF2-40B4-BE49-F238E27FC236}">
                <a16:creationId xmlns:a16="http://schemas.microsoft.com/office/drawing/2014/main" id="{99639827-4B20-41B4-B9A5-E5F859569F5A}"/>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D6D9A41E-4495-E50B-97DA-5E654B99A15A}"/>
              </a:ext>
            </a:extLst>
          </p:cNvPr>
          <p:cNvSpPr>
            <a:spLocks xmlns:a="http://schemas.openxmlformats.org/drawingml/2006/main" noGrp="1"/>
          </p:cNvSpPr>
          <p:nvPr/>
        </p:nvSpPr>
        <p:spPr>
          <a:xfrm xmlns:a="http://schemas.openxmlformats.org/drawingml/2006/main">
            <a:off x="6230774" y="1211284"/>
            <a:ext cx="5440313" cy="4989492"/>
          </a:xfrm>
          <a:prstGeom xmlns:a="http://schemas.openxmlformats.org/drawingml/2006/main" prst="roundRect">
            <a:avLst>
              <a:gd name="adj" fmla="val 3865"/>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7" name="Скругленный прямоугольник 26">
            <a:extLst xmlns:a="http://schemas.openxmlformats.org/drawingml/2006/main">
              <a:ext uri="{FF2B5EF4-FFF2-40B4-BE49-F238E27FC236}">
                <a16:creationId xmlns:a16="http://schemas.microsoft.com/office/drawing/2014/main" id="{4205FFC6-B5B1-7076-639B-E4DAFE652AFA}"/>
              </a:ext>
            </a:extLst>
          </p:cNvPr>
          <p:cNvSpPr>
            <a:spLocks xmlns:a="http://schemas.openxmlformats.org/drawingml/2006/main" noGrp="1"/>
          </p:cNvSpPr>
          <p:nvPr/>
        </p:nvSpPr>
        <p:spPr>
          <a:xfrm xmlns:a="http://schemas.openxmlformats.org/drawingml/2006/main">
            <a:off x="346076" y="1211284"/>
            <a:ext cx="5440313" cy="4989492"/>
          </a:xfrm>
          <a:prstGeom xmlns:a="http://schemas.openxmlformats.org/drawingml/2006/main" prst="roundRect">
            <a:avLst>
              <a:gd name="adj" fmla="val 3407"/>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8" name="primary-heading">
            <a:extLst xmlns:a="http://schemas.openxmlformats.org/drawingml/2006/main">
              <a:ext uri="{FF2B5EF4-FFF2-40B4-BE49-F238E27FC236}">
                <a16:creationId xmlns:a16="http://schemas.microsoft.com/office/drawing/2014/main" id="{A76B1E1A-CB5A-4B69-B255-43AC92CF4E56}"/>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КАК РАБОТАЕТ РЕШЕНИЕ</a:t>
            </a:r>
          </a:p>
        </p:txBody>
      </p:sp>
      <p:sp>
        <p:nvSpPr>
          <p:cNvPr id="29" name="content-5-1">
            <a:extLst xmlns:a="http://schemas.openxmlformats.org/drawingml/2006/main">
              <a:ext uri="{FF2B5EF4-FFF2-40B4-BE49-F238E27FC236}">
                <a16:creationId xmlns:a16="http://schemas.microsoft.com/office/drawing/2014/main" id="{46FA72F7-DAAB-41C4-AF27-1262E1C3639D}"/>
              </a:ext>
            </a:extLst>
          </p:cNvPr>
          <p:cNvSpPr>
            <a:spLocks xmlns:a="http://schemas.openxmlformats.org/drawingml/2006/main" noGrp="1"/>
          </p:cNvSpPr>
          <p:nvPr/>
        </p:nvSpPr>
        <p:spPr>
          <a:xfrm xmlns:a="http://schemas.openxmlformats.org/drawingml/2006/main">
            <a:off x="666750" y="1571625"/>
            <a:ext cx="4810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Ценность для кандидата</a:t>
            </a:r>
          </a:p>
        </p:txBody>
      </p:sp>
      <p:sp>
        <p:nvSpPr>
          <p:cNvPr id="30" name="content-5-2">
            <a:extLst xmlns:a="http://schemas.openxmlformats.org/drawingml/2006/main">
              <a:ext uri="{FF2B5EF4-FFF2-40B4-BE49-F238E27FC236}">
                <a16:creationId xmlns:a16="http://schemas.microsoft.com/office/drawing/2014/main" id="{73910790-EA64-4B42-9574-1CCA229760E1}"/>
              </a:ext>
            </a:extLst>
          </p:cNvPr>
          <p:cNvSpPr>
            <a:spLocks xmlns:a="http://schemas.openxmlformats.org/drawingml/2006/main" noGrp="1"/>
          </p:cNvSpPr>
          <p:nvPr/>
        </p:nvSpPr>
        <p:spPr>
          <a:xfrm xmlns:a="http://schemas.openxmlformats.org/drawingml/2006/main">
            <a:off x="666750" y="2314575"/>
            <a:ext cx="4714875"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Тест по открытой матрице показывает навыки и пробелы.</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 согласия профиль анонимный.</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Соревнования дают практику новых технологий под задачи компаний.</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В приглашении видны задачи, условия и вилка.</a:t>
            </a:r>
          </a:p>
        </p:txBody>
      </p:sp>
      <p:sp>
        <p:nvSpPr>
          <p:cNvPr id="31" name="content-5-3">
            <a:extLst xmlns:a="http://schemas.openxmlformats.org/drawingml/2006/main">
              <a:ext uri="{FF2B5EF4-FFF2-40B4-BE49-F238E27FC236}">
                <a16:creationId xmlns:a16="http://schemas.microsoft.com/office/drawing/2014/main" id="{1C0B66FF-FBE0-4CB4-9DE2-6712202E95F9}"/>
              </a:ext>
            </a:extLst>
          </p:cNvPr>
          <p:cNvSpPr>
            <a:spLocks xmlns:a="http://schemas.openxmlformats.org/drawingml/2006/main" noGrp="1"/>
          </p:cNvSpPr>
          <p:nvPr/>
        </p:nvSpPr>
        <p:spPr>
          <a:xfrm xmlns:a="http://schemas.openxmlformats.org/drawingml/2006/main">
            <a:off x="6581775" y="1571625"/>
            <a:ext cx="4810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Ценность для компании</a:t>
            </a:r>
          </a:p>
        </p:txBody>
      </p:sp>
      <p:sp>
        <p:nvSpPr>
          <p:cNvPr id="32" name="content-5-4">
            <a:extLst xmlns:a="http://schemas.openxmlformats.org/drawingml/2006/main">
              <a:ext uri="{FF2B5EF4-FFF2-40B4-BE49-F238E27FC236}">
                <a16:creationId xmlns:a16="http://schemas.microsoft.com/office/drawing/2014/main" id="{1031D29A-7829-4B32-B2BB-A8F1D7DC8ADE}"/>
              </a:ext>
            </a:extLst>
          </p:cNvPr>
          <p:cNvSpPr>
            <a:spLocks xmlns:a="http://schemas.openxmlformats.org/drawingml/2006/main" noGrp="1"/>
          </p:cNvSpPr>
          <p:nvPr/>
        </p:nvSpPr>
        <p:spPr>
          <a:xfrm xmlns:a="http://schemas.openxmlformats.org/drawingml/2006/main">
            <a:off x="6581775" y="2314575"/>
            <a:ext cx="4714875"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Требования вакансии заданы по той же матрице.</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Единый пул кандидатов с проверенными навыками.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Подбор объясняет совпадения и снижает ручной поиск.</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Конкурсы готовят специалистов под будущий стек.</a:t>
            </a:r>
          </a:p>
        </p:txBody>
      </p:sp>
      <p:sp>
        <p:nvSpPr>
          <p:cNvPr id="33" name="slide-number">
            <a:extLst xmlns:a="http://schemas.openxmlformats.org/drawingml/2006/main">
              <a:ext uri="{FF2B5EF4-FFF2-40B4-BE49-F238E27FC236}">
                <a16:creationId xmlns:a16="http://schemas.microsoft.com/office/drawing/2014/main" id="{142A144F-B964-4857-8AE1-F5C316D628E9}"/>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FFFFFF"/>
                </a:solidFill>
                <a:latin typeface="Montserrat"/>
                <a:ea typeface="Montserrat"/>
                <a:cs typeface="Montserrat"/>
              </a:defRPr>
            </a:defPPr>
          </a:lstStyle>
          <a:p xmlns:a="http://schemas.openxmlformats.org/drawingml/2006/main">
            <a:pPr algn="r">
              <a:defRPr sz="1200">
                <a:solidFill>
                  <a:srgbClr val="FFFFFF"/>
                </a:solidFill>
                <a:latin typeface="Montserrat"/>
                <a:ea typeface="Montserrat"/>
                <a:cs typeface="Montserrat"/>
              </a:defRPr>
            </a:pPr>
            <a:r>
              <a:rPr sz="1200">
                <a:solidFill>
                  <a:srgbClr val="FFFFFF"/>
                </a:solidFill>
                <a:latin typeface="Montserrat"/>
                <a:ea typeface="Montserrat"/>
                <a:cs typeface="Montserrat"/>
              </a:rPr>
              <a:t>5</a:t>
            </a:r>
          </a:p>
        </p:txBody>
      </p:sp>
    </p:spTree>
    <p:extLst>
      <p:ext uri="{BB962C8B-B14F-4D97-AF65-F5344CB8AC3E}">
        <p14:creationId xmlns:p14="http://schemas.microsoft.com/office/powerpoint/2010/main" val="3998776457"/>
      </p:ext>
    </p:extLst>
  </p:cSld>
</p:sld>
</file>

<file path=ppt/slides/slide6.xml><?xml version="1.0" encoding="utf-8"?>
<p:sld xmlns:p="http://schemas.openxmlformats.org/presentationml/2006/main">
  <p:cSld>
    <p:bg>
      <p:bgPr>
        <a:blipFill xmlns:a="http://schemas.openxmlformats.org/drawingml/2006/main" rotWithShape="1">
          <a:blip xmlns:r="http://schemas.openxmlformats.org/officeDocument/2006/relationships" r:embed="R70406c4f169d4f9e">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A6A23E9D-D524-4E58-846F-388395E0647B}"/>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ПУТЬ ДО ПЕРВОГО КОНТАКТА</a:t>
            </a:r>
          </a:p>
        </p:txBody>
      </p:sp>
      <p:sp>
        <p:nvSpPr>
          <p:cNvPr id="25" name="content-6-1">
            <a:extLst xmlns:a="http://schemas.openxmlformats.org/drawingml/2006/main">
              <a:ext uri="{FF2B5EF4-FFF2-40B4-BE49-F238E27FC236}">
                <a16:creationId xmlns:a16="http://schemas.microsoft.com/office/drawing/2014/main" id="{B9D7BB7F-244F-4FD8-8919-CB2A52C14287}"/>
              </a:ext>
            </a:extLst>
          </p:cNvPr>
          <p:cNvSpPr>
            <a:spLocks xmlns:a="http://schemas.openxmlformats.org/drawingml/2006/main" noGrp="1"/>
          </p:cNvSpPr>
          <p:nvPr/>
        </p:nvSpPr>
        <p:spPr>
          <a:xfrm xmlns:a="http://schemas.openxmlformats.org/drawingml/2006/main">
            <a:off x="619125" y="1571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01. Профиль и тест</a:t>
            </a:r>
          </a:p>
        </p:txBody>
      </p:sp>
      <p:sp>
        <p:nvSpPr>
          <p:cNvPr id="26" name="content-6-2">
            <a:extLst xmlns:a="http://schemas.openxmlformats.org/drawingml/2006/main">
              <a:ext uri="{FF2B5EF4-FFF2-40B4-BE49-F238E27FC236}">
                <a16:creationId xmlns:a16="http://schemas.microsoft.com/office/drawing/2014/main" id="{B72C6216-B37E-4EF9-A4FB-AF0FF26A42B4}"/>
              </a:ext>
            </a:extLst>
          </p:cNvPr>
          <p:cNvSpPr>
            <a:spLocks xmlns:a="http://schemas.openxmlformats.org/drawingml/2006/main" noGrp="1"/>
          </p:cNvSpPr>
          <p:nvPr/>
        </p:nvSpPr>
        <p:spPr>
          <a:xfrm xmlns:a="http://schemas.openxmlformats.org/drawingml/2006/main">
            <a:off x="4762500" y="1571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выбирает специализацию и грейд. Тест проверяет навыки по открытой матрице.</a:t>
            </a:r>
          </a:p>
        </p:txBody>
      </p:sp>
      <p:sp>
        <p:nvSpPr>
          <p:cNvPr id="27" name="content-6-3">
            <a:extLst xmlns:a="http://schemas.openxmlformats.org/drawingml/2006/main">
              <a:ext uri="{FF2B5EF4-FFF2-40B4-BE49-F238E27FC236}">
                <a16:creationId xmlns:a16="http://schemas.microsoft.com/office/drawing/2014/main" id="{203489DF-DF7A-41C6-8032-0E83F3C37535}"/>
              </a:ext>
            </a:extLst>
          </p:cNvPr>
          <p:cNvSpPr>
            <a:spLocks xmlns:a="http://schemas.openxmlformats.org/drawingml/2006/main" noGrp="1"/>
          </p:cNvSpPr>
          <p:nvPr/>
        </p:nvSpPr>
        <p:spPr>
          <a:xfrm xmlns:a="http://schemas.openxmlformats.org/drawingml/2006/main">
            <a:off x="619125" y="2933700"/>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02. Требования и подбор</a:t>
            </a:r>
          </a:p>
        </p:txBody>
      </p:sp>
      <p:sp>
        <p:nvSpPr>
          <p:cNvPr id="28" name="content-6-4">
            <a:extLst xmlns:a="http://schemas.openxmlformats.org/drawingml/2006/main">
              <a:ext uri="{FF2B5EF4-FFF2-40B4-BE49-F238E27FC236}">
                <a16:creationId xmlns:a16="http://schemas.microsoft.com/office/drawing/2014/main" id="{FA40D761-C3C7-4343-82E6-B5B89F76A7AB}"/>
              </a:ext>
            </a:extLst>
          </p:cNvPr>
          <p:cNvSpPr>
            <a:spLocks xmlns:a="http://schemas.openxmlformats.org/drawingml/2006/main" noGrp="1"/>
          </p:cNvSpPr>
          <p:nvPr/>
        </p:nvSpPr>
        <p:spPr>
          <a:xfrm xmlns:a="http://schemas.openxmlformats.org/drawingml/2006/main">
            <a:off x="4762500" y="2933700"/>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выбирает навыки и уровни по той же матрице. Видит анонимные профили, совпадения и пробелы.</a:t>
            </a:r>
          </a:p>
        </p:txBody>
      </p:sp>
      <p:sp>
        <p:nvSpPr>
          <p:cNvPr id="29" name="content-6-5">
            <a:extLst xmlns:a="http://schemas.openxmlformats.org/drawingml/2006/main">
              <a:ext uri="{FF2B5EF4-FFF2-40B4-BE49-F238E27FC236}">
                <a16:creationId xmlns:a16="http://schemas.microsoft.com/office/drawing/2014/main" id="{F509636F-4E4D-4014-AA55-0830E728B97E}"/>
              </a:ext>
            </a:extLst>
          </p:cNvPr>
          <p:cNvSpPr>
            <a:spLocks xmlns:a="http://schemas.openxmlformats.org/drawingml/2006/main" noGrp="1"/>
          </p:cNvSpPr>
          <p:nvPr/>
        </p:nvSpPr>
        <p:spPr>
          <a:xfrm xmlns:a="http://schemas.openxmlformats.org/drawingml/2006/main">
            <a:off x="619125" y="429577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03. Приглашение и ответ</a:t>
            </a:r>
          </a:p>
        </p:txBody>
      </p:sp>
      <p:sp>
        <p:nvSpPr>
          <p:cNvPr id="30" name="content-6-6">
            <a:extLst xmlns:a="http://schemas.openxmlformats.org/drawingml/2006/main">
              <a:ext uri="{FF2B5EF4-FFF2-40B4-BE49-F238E27FC236}">
                <a16:creationId xmlns:a16="http://schemas.microsoft.com/office/drawing/2014/main" id="{DB899207-D16F-4C6D-8398-3CA61B368D23}"/>
              </a:ext>
            </a:extLst>
          </p:cNvPr>
          <p:cNvSpPr>
            <a:spLocks xmlns:a="http://schemas.openxmlformats.org/drawingml/2006/main" noGrp="1"/>
          </p:cNvSpPr>
          <p:nvPr/>
        </p:nvSpPr>
        <p:spPr>
          <a:xfrm xmlns:a="http://schemas.openxmlformats.org/drawingml/2006/main">
            <a:off x="4762500" y="429577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видит задачи, условия и вилку. Принимает или отклоняет предложение. Причина отказа сохраняется, если указана.</a:t>
            </a:r>
          </a:p>
        </p:txBody>
      </p:sp>
      <p:sp>
        <p:nvSpPr>
          <p:cNvPr id="31" name="content-6-7">
            <a:extLst xmlns:a="http://schemas.openxmlformats.org/drawingml/2006/main">
              <a:ext uri="{FF2B5EF4-FFF2-40B4-BE49-F238E27FC236}">
                <a16:creationId xmlns:a16="http://schemas.microsoft.com/office/drawing/2014/main" id="{ABC96B2E-30F4-477A-9B79-CA9662CE135D}"/>
              </a:ext>
            </a:extLst>
          </p:cNvPr>
          <p:cNvSpPr>
            <a:spLocks xmlns:a="http://schemas.openxmlformats.org/drawingml/2006/main" noGrp="1"/>
          </p:cNvSpPr>
          <p:nvPr/>
        </p:nvSpPr>
        <p:spPr>
          <a:xfrm xmlns:a="http://schemas.openxmlformats.org/drawingml/2006/main">
            <a:off x="619125" y="60198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Контакты открываются пригласившей компании после принятия.</a:t>
            </a:r>
          </a:p>
        </p:txBody>
      </p:sp>
      <p:sp>
        <p:nvSpPr>
          <p:cNvPr id="32" name="slide-number">
            <a:extLst xmlns:a="http://schemas.openxmlformats.org/drawingml/2006/main">
              <a:ext uri="{FF2B5EF4-FFF2-40B4-BE49-F238E27FC236}">
                <a16:creationId xmlns:a16="http://schemas.microsoft.com/office/drawing/2014/main" id="{D4AF596F-C33C-4947-BFFC-EFCA2526ED6E}"/>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6</a:t>
            </a:r>
          </a:p>
        </p:txBody>
      </p:sp>
    </p:spTree>
    <p:extLst>
      <p:ext uri="{BB962C8B-B14F-4D97-AF65-F5344CB8AC3E}">
        <p14:creationId xmlns:p14="http://schemas.microsoft.com/office/powerpoint/2010/main" val="1750984224"/>
      </p:ext>
    </p:extLst>
  </p:cSld>
</p:sld>
</file>

<file path=ppt/slides/slide7.xml><?xml version="1.0" encoding="utf-8"?>
<p:sld xmlns:p="http://schemas.openxmlformats.org/presentationml/2006/main">
  <p:cSld>
    <p:bg>
      <p:bgPr>
        <a:blipFill xmlns:a="http://schemas.openxmlformats.org/drawingml/2006/main" rotWithShape="1">
          <a:blip xmlns:r="http://schemas.openxmlformats.org/officeDocument/2006/relationships" r:embed="R99f992fb761f4ec7">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62936894-28AC-454D-9AEA-51DA8824B87D}"/>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МАТРИЦА КОМПЕТЕНЦИЙ</a:t>
            </a:r>
          </a:p>
        </p:txBody>
      </p:sp>
      <p:sp>
        <p:nvSpPr>
          <p:cNvPr id="25" name="content-7-1">
            <a:extLst xmlns:a="http://schemas.openxmlformats.org/drawingml/2006/main">
              <a:ext uri="{FF2B5EF4-FFF2-40B4-BE49-F238E27FC236}">
                <a16:creationId xmlns:a16="http://schemas.microsoft.com/office/drawing/2014/main" id="{B9E6DAA3-FC04-4B27-B26B-298FB32D1E5D}"/>
              </a:ext>
            </a:extLst>
          </p:cNvPr>
          <p:cNvSpPr>
            <a:spLocks xmlns:a="http://schemas.openxmlformats.org/drawingml/2006/main" noGrp="1"/>
          </p:cNvSpPr>
          <p:nvPr/>
        </p:nvSpPr>
        <p:spPr>
          <a:xfrm xmlns:a="http://schemas.openxmlformats.org/drawingml/2006/main">
            <a:off x="619125" y="1571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Открытые критерии</a:t>
            </a:r>
          </a:p>
        </p:txBody>
      </p:sp>
      <p:sp>
        <p:nvSpPr>
          <p:cNvPr id="26" name="content-7-2">
            <a:extLst xmlns:a="http://schemas.openxmlformats.org/drawingml/2006/main">
              <a:ext uri="{FF2B5EF4-FFF2-40B4-BE49-F238E27FC236}">
                <a16:creationId xmlns:a16="http://schemas.microsoft.com/office/drawing/2014/main" id="{E386C68F-B06A-44D1-AE18-5FE54121EEEE}"/>
              </a:ext>
            </a:extLst>
          </p:cNvPr>
          <p:cNvSpPr>
            <a:spLocks xmlns:a="http://schemas.openxmlformats.org/drawingml/2006/main" noGrp="1"/>
          </p:cNvSpPr>
          <p:nvPr/>
        </p:nvSpPr>
        <p:spPr>
          <a:xfrm xmlns:a="http://schemas.openxmlformats.org/drawingml/2006/main">
            <a:off x="4762500" y="1571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Для каждого навыка описываем проверяемое умение и критерии уровня. Компания выбирает требования из этой матрицы.</a:t>
            </a:r>
          </a:p>
        </p:txBody>
      </p:sp>
      <p:sp>
        <p:nvSpPr>
          <p:cNvPr id="27" name="content-7-3">
            <a:extLst xmlns:a="http://schemas.openxmlformats.org/drawingml/2006/main">
              <a:ext uri="{FF2B5EF4-FFF2-40B4-BE49-F238E27FC236}">
                <a16:creationId xmlns:a16="http://schemas.microsoft.com/office/drawing/2014/main" id="{C6A2CAF0-C22F-4841-9569-4149C10EB44B}"/>
              </a:ext>
            </a:extLst>
          </p:cNvPr>
          <p:cNvSpPr>
            <a:spLocks xmlns:a="http://schemas.openxmlformats.org/drawingml/2006/main" noGrp="1"/>
          </p:cNvSpPr>
          <p:nvPr/>
        </p:nvSpPr>
        <p:spPr>
          <a:xfrm xmlns:a="http://schemas.openxmlformats.org/drawingml/2006/main">
            <a:off x="619125" y="269557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Пример: Backend</a:t>
            </a:r>
          </a:p>
        </p:txBody>
      </p:sp>
      <p:sp>
        <p:nvSpPr>
          <p:cNvPr id="28" name="content-7-4">
            <a:extLst xmlns:a="http://schemas.openxmlformats.org/drawingml/2006/main">
              <a:ext uri="{FF2B5EF4-FFF2-40B4-BE49-F238E27FC236}">
                <a16:creationId xmlns:a16="http://schemas.microsoft.com/office/drawing/2014/main" id="{B166FBA8-2B0C-4601-A4AC-6F6A78B986A5}"/>
              </a:ext>
            </a:extLst>
          </p:cNvPr>
          <p:cNvSpPr>
            <a:spLocks xmlns:a="http://schemas.openxmlformats.org/drawingml/2006/main" noGrp="1"/>
          </p:cNvSpPr>
          <p:nvPr/>
        </p:nvSpPr>
        <p:spPr>
          <a:xfrm xmlns:a="http://schemas.openxmlformats.org/drawingml/2006/main">
            <a:off x="4762500" y="269557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Junior: SQL-запросы с JOIN, обработка ошибок API.</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Middle: оптимизация запросов, проектирование API.</a:t>
            </a:r>
          </a:p>
        </p:txBody>
      </p:sp>
      <p:sp>
        <p:nvSpPr>
          <p:cNvPr id="29" name="content-7-5">
            <a:extLst xmlns:a="http://schemas.openxmlformats.org/drawingml/2006/main">
              <a:ext uri="{FF2B5EF4-FFF2-40B4-BE49-F238E27FC236}">
                <a16:creationId xmlns:a16="http://schemas.microsoft.com/office/drawing/2014/main" id="{CE17E315-91FF-42C1-BF95-58CE08212985}"/>
              </a:ext>
            </a:extLst>
          </p:cNvPr>
          <p:cNvSpPr>
            <a:spLocks xmlns:a="http://schemas.openxmlformats.org/drawingml/2006/main" noGrp="1"/>
          </p:cNvSpPr>
          <p:nvPr/>
        </p:nvSpPr>
        <p:spPr>
          <a:xfrm xmlns:a="http://schemas.openxmlformats.org/drawingml/2006/main">
            <a:off x="619125" y="38195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Подтверждение тестом</a:t>
            </a:r>
          </a:p>
        </p:txBody>
      </p:sp>
      <p:sp>
        <p:nvSpPr>
          <p:cNvPr id="30" name="content-7-6">
            <a:extLst xmlns:a="http://schemas.openxmlformats.org/drawingml/2006/main">
              <a:ext uri="{FF2B5EF4-FFF2-40B4-BE49-F238E27FC236}">
                <a16:creationId xmlns:a16="http://schemas.microsoft.com/office/drawing/2014/main" id="{10D5E94F-83F3-4285-86DB-6B20C7395DC0}"/>
              </a:ext>
            </a:extLst>
          </p:cNvPr>
          <p:cNvSpPr>
            <a:spLocks xmlns:a="http://schemas.openxmlformats.org/drawingml/2006/main" noGrp="1"/>
          </p:cNvSpPr>
          <p:nvPr/>
        </p:nvSpPr>
        <p:spPr>
          <a:xfrm xmlns:a="http://schemas.openxmlformats.org/drawingml/2006/main">
            <a:off x="4762500" y="38195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выбирает грейд. Рубрика теста проверяет его и показывает результаты по навыкам. Повышение требует нового теста.</a:t>
            </a:r>
          </a:p>
        </p:txBody>
      </p:sp>
      <p:sp>
        <p:nvSpPr>
          <p:cNvPr id="31" name="content-7-7">
            <a:extLst xmlns:a="http://schemas.openxmlformats.org/drawingml/2006/main">
              <a:ext uri="{FF2B5EF4-FFF2-40B4-BE49-F238E27FC236}">
                <a16:creationId xmlns:a16="http://schemas.microsoft.com/office/drawing/2014/main" id="{2203A18D-D856-433C-BE53-FE2780FB1B54}"/>
              </a:ext>
            </a:extLst>
          </p:cNvPr>
          <p:cNvSpPr>
            <a:spLocks xmlns:a="http://schemas.openxmlformats.org/drawingml/2006/main" noGrp="1"/>
          </p:cNvSpPr>
          <p:nvPr/>
        </p:nvSpPr>
        <p:spPr>
          <a:xfrm xmlns:a="http://schemas.openxmlformats.org/drawingml/2006/main">
            <a:off x="619125" y="60198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Пример критериев. Полную матрицу предстоит проверить с экспертами.</a:t>
            </a:r>
          </a:p>
        </p:txBody>
      </p:sp>
      <p:sp>
        <p:nvSpPr>
          <p:cNvPr id="32" name="slide-number">
            <a:extLst xmlns:a="http://schemas.openxmlformats.org/drawingml/2006/main">
              <a:ext uri="{FF2B5EF4-FFF2-40B4-BE49-F238E27FC236}">
                <a16:creationId xmlns:a16="http://schemas.microsoft.com/office/drawing/2014/main" id="{A1EB8FAA-4BC1-4DA3-91D0-5A89BAE2802F}"/>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7</a:t>
            </a:r>
          </a:p>
        </p:txBody>
      </p:sp>
    </p:spTree>
    <p:extLst>
      <p:ext uri="{BB962C8B-B14F-4D97-AF65-F5344CB8AC3E}">
        <p14:creationId xmlns:p14="http://schemas.microsoft.com/office/powerpoint/2010/main" val="1750984224"/>
      </p:ext>
    </p:extLst>
  </p:cSld>
</p:sld>
</file>

<file path=ppt/slides/slide8.xml><?xml version="1.0" encoding="utf-8"?>
<p:sld xmlns:p="http://schemas.openxmlformats.org/presentationml/2006/main">
  <p:cSld>
    <p:bg>
      <p:bgPr>
        <a:blipFill xmlns:a="http://schemas.openxmlformats.org/drawingml/2006/main" rotWithShape="1">
          <a:blip xmlns:r="http://schemas.openxmlformats.org/officeDocument/2006/relationships" r:embed="Rd6a6f8e8d36a427d">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F8A127E1-FA98-4D64-82DA-9F0355DC213B}"/>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КАК ТЕСТ ПРОВЕРЯЕТ НАВЫКИ</a:t>
            </a:r>
          </a:p>
        </p:txBody>
      </p:sp>
      <p:sp>
        <p:nvSpPr>
          <p:cNvPr id="16" name="content-8-1">
            <a:extLst xmlns:a="http://schemas.openxmlformats.org/drawingml/2006/main">
              <a:ext uri="{FF2B5EF4-FFF2-40B4-BE49-F238E27FC236}">
                <a16:creationId xmlns:a16="http://schemas.microsoft.com/office/drawing/2014/main" id="{BF76EF2F-6C2F-4B29-8CE5-A2215AA42254}"/>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Навык и критерий</a:t>
            </a:r>
          </a:p>
        </p:txBody>
      </p:sp>
      <p:sp>
        <p:nvSpPr>
          <p:cNvPr id="17" name="content-8-2">
            <a:extLst xmlns:a="http://schemas.openxmlformats.org/drawingml/2006/main">
              <a:ext uri="{FF2B5EF4-FFF2-40B4-BE49-F238E27FC236}">
                <a16:creationId xmlns:a16="http://schemas.microsoft.com/office/drawing/2014/main" id="{0A340D49-4F13-4438-83A9-F112C6226BA2}"/>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Каждая задача проверяет конкретное умение из матрицы. Например, составить SQL-запрос с JOIN.</a:t>
            </a:r>
          </a:p>
        </p:txBody>
      </p:sp>
      <p:sp>
        <p:nvSpPr>
          <p:cNvPr id="18" name="content-8-3">
            <a:extLst xmlns:a="http://schemas.openxmlformats.org/drawingml/2006/main">
              <a:ext uri="{FF2B5EF4-FFF2-40B4-BE49-F238E27FC236}">
                <a16:creationId xmlns:a16="http://schemas.microsoft.com/office/drawing/2014/main" id="{4B791E49-F78C-46D9-9014-1CA5BE8A6D14}"/>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Проверенный банк задач</a:t>
            </a:r>
          </a:p>
        </p:txBody>
      </p:sp>
      <p:sp>
        <p:nvSpPr>
          <p:cNvPr id="19" name="content-8-4">
            <a:extLst xmlns:a="http://schemas.openxmlformats.org/drawingml/2006/main">
              <a:ext uri="{FF2B5EF4-FFF2-40B4-BE49-F238E27FC236}">
                <a16:creationId xmlns:a16="http://schemas.microsoft.com/office/drawing/2014/main" id="{9614A62D-6DD7-486E-9745-29CE7B87EAD2}"/>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Эксперты отбирают варианты с одинаковыми критериями и близкой сложностью. История выдач исключает повтор набора.</a:t>
            </a:r>
          </a:p>
        </p:txBody>
      </p:sp>
      <p:sp>
        <p:nvSpPr>
          <p:cNvPr id="20" name="content-8-5">
            <a:extLst xmlns:a="http://schemas.openxmlformats.org/drawingml/2006/main">
              <a:ext uri="{FF2B5EF4-FFF2-40B4-BE49-F238E27FC236}">
                <a16:creationId xmlns:a16="http://schemas.microsoft.com/office/drawing/2014/main" id="{B9635D4F-5DB7-4209-B613-11604599D47E}"/>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Понятный результат</a:t>
            </a:r>
          </a:p>
        </p:txBody>
      </p:sp>
      <p:sp>
        <p:nvSpPr>
          <p:cNvPr id="21" name="content-8-6">
            <a:extLst xmlns:a="http://schemas.openxmlformats.org/drawingml/2006/main">
              <a:ext uri="{FF2B5EF4-FFF2-40B4-BE49-F238E27FC236}">
                <a16:creationId xmlns:a16="http://schemas.microsoft.com/office/drawing/2014/main" id="{1A9A4550-F293-4F04-A31B-CA3F8CCF4CCD}"/>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Профиль показывает подтверждённые навыки и пробелы. Для каждой попытки сохраняем ответы и версию критериев.</a:t>
            </a:r>
          </a:p>
        </p:txBody>
      </p:sp>
      <p:sp>
        <p:nvSpPr>
          <p:cNvPr id="22" name="content-8-7">
            <a:extLst xmlns:a="http://schemas.openxmlformats.org/drawingml/2006/main">
              <a:ext uri="{FF2B5EF4-FFF2-40B4-BE49-F238E27FC236}">
                <a16:creationId xmlns:a16="http://schemas.microsoft.com/office/drawing/2014/main" id="{888E6DBB-9836-4976-B8C2-13FC3D27DF94}"/>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Обновление банка</a:t>
            </a:r>
          </a:p>
        </p:txBody>
      </p:sp>
      <p:sp>
        <p:nvSpPr>
          <p:cNvPr id="23" name="content-8-8">
            <a:extLst xmlns:a="http://schemas.openxmlformats.org/drawingml/2006/main">
              <a:ext uri="{FF2B5EF4-FFF2-40B4-BE49-F238E27FC236}">
                <a16:creationId xmlns:a16="http://schemas.microsoft.com/office/drawing/2014/main" id="{A435E594-6394-471B-BD63-CB8DFAEC1868}"/>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Команда проверяет спорные оценки и убирает задания с утечками. Сопоставимость вариантов проверяем отдельно.</a:t>
            </a:r>
          </a:p>
        </p:txBody>
      </p:sp>
      <p:sp>
        <p:nvSpPr>
          <p:cNvPr id="24" name="slide-number">
            <a:extLst xmlns:a="http://schemas.openxmlformats.org/drawingml/2006/main">
              <a:ext uri="{FF2B5EF4-FFF2-40B4-BE49-F238E27FC236}">
                <a16:creationId xmlns:a16="http://schemas.microsoft.com/office/drawing/2014/main" id="{3FEA155C-1727-4B6E-A19F-A8C4A40BD537}"/>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8</a:t>
            </a:r>
          </a:p>
        </p:txBody>
      </p:sp>
    </p:spTree>
    <p:extLst>
      <p:ext uri="{BB962C8B-B14F-4D97-AF65-F5344CB8AC3E}">
        <p14:creationId xmlns:p14="http://schemas.microsoft.com/office/powerpoint/2010/main" val="3679793639"/>
      </p:ext>
    </p:extLst>
  </p:cSld>
</p:sld>
</file>

<file path=ppt/slides/slide9.xml><?xml version="1.0" encoding="utf-8"?>
<p:sld xmlns:p="http://schemas.openxmlformats.org/presentationml/2006/main">
  <p:cSld>
    <p:bg>
      <p:bgPr>
        <a:blipFill xmlns:a="http://schemas.openxmlformats.org/drawingml/2006/main" rotWithShape="1">
          <a:blip xmlns:r="http://schemas.openxmlformats.org/officeDocument/2006/relationships" r:embed="R63eee965b21148ca">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2519A7C1-3C28-427F-A1FF-E428471F76CB}"/>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ДОСТИЖЕНИЯ ФСП В ПРОФИЛЕ</a:t>
            </a:r>
          </a:p>
        </p:txBody>
      </p:sp>
      <p:sp>
        <p:nvSpPr>
          <p:cNvPr id="12" name="content-9-1">
            <a:extLst xmlns:a="http://schemas.openxmlformats.org/drawingml/2006/main">
              <a:ext uri="{FF2B5EF4-FFF2-40B4-BE49-F238E27FC236}">
                <a16:creationId xmlns:a16="http://schemas.microsoft.com/office/drawing/2014/main" id="{25E458F0-2B57-4512-937A-1822565F7075}"/>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9-2">
            <a:extLst xmlns:a="http://schemas.openxmlformats.org/drawingml/2006/main">
              <a:ext uri="{FF2B5EF4-FFF2-40B4-BE49-F238E27FC236}">
                <a16:creationId xmlns:a16="http://schemas.microsoft.com/office/drawing/2014/main" id="{AD8DFD91-4761-41DE-88A0-4EAA484965C9}"/>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Есть подтверждение</a:t>
            </a:r>
          </a:p>
        </p:txBody>
      </p:sp>
      <p:sp>
        <p:nvSpPr>
          <p:cNvPr id="14" name="content-9-3">
            <a:extLst xmlns:a="http://schemas.openxmlformats.org/drawingml/2006/main">
              <a:ext uri="{FF2B5EF4-FFF2-40B4-BE49-F238E27FC236}">
                <a16:creationId xmlns:a16="http://schemas.microsoft.com/office/drawing/2014/main" id="{8F24EE7D-76BC-4F19-BF40-F468C1795A3F}"/>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Событие, дата, дисциплина и результат. Для команды: командный характер достижения.</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Сведения помогают ранжировать внутри категории.</a:t>
            </a:r>
          </a:p>
        </p:txBody>
      </p:sp>
      <p:sp>
        <p:nvSpPr>
          <p:cNvPr id="15" name="content-9-4">
            <a:extLst xmlns:a="http://schemas.openxmlformats.org/drawingml/2006/main">
              <a:ext uri="{FF2B5EF4-FFF2-40B4-BE49-F238E27FC236}">
                <a16:creationId xmlns:a16="http://schemas.microsoft.com/office/drawing/2014/main" id="{9A6EAA6C-C6DC-4162-A15B-2AFB62F9D56B}"/>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9-5">
            <a:extLst xmlns:a="http://schemas.openxmlformats.org/drawingml/2006/main">
              <a:ext uri="{FF2B5EF4-FFF2-40B4-BE49-F238E27FC236}">
                <a16:creationId xmlns:a16="http://schemas.microsoft.com/office/drawing/2014/main" id="{0509D0D1-A326-417F-84AD-A08876766FE4}"/>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Нет истории</a:t>
            </a:r>
          </a:p>
        </p:txBody>
      </p:sp>
      <p:sp>
        <p:nvSpPr>
          <p:cNvPr id="17" name="content-9-6">
            <a:extLst xmlns:a="http://schemas.openxmlformats.org/drawingml/2006/main">
              <a:ext uri="{FF2B5EF4-FFF2-40B4-BE49-F238E27FC236}">
                <a16:creationId xmlns:a16="http://schemas.microsoft.com/office/drawing/2014/main" id="{F91192F0-EB81-43E3-A524-B0D093C08A3E}"/>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Профиль остаётся доступным. Результат теста подтверждает навыки независимо от истории ФСП.</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Отсутствие записи не означает отсутствие компетенции.</a:t>
            </a:r>
          </a:p>
        </p:txBody>
      </p:sp>
      <p:sp>
        <p:nvSpPr>
          <p:cNvPr id="18" name="content-9-7">
            <a:extLst xmlns:a="http://schemas.openxmlformats.org/drawingml/2006/main">
              <a:ext uri="{FF2B5EF4-FFF2-40B4-BE49-F238E27FC236}">
                <a16:creationId xmlns:a16="http://schemas.microsoft.com/office/drawing/2014/main" id="{D24AEC0F-13F3-4279-960B-7B09304281BE}"/>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9-8">
            <a:extLst xmlns:a="http://schemas.openxmlformats.org/drawingml/2006/main">
              <a:ext uri="{FF2B5EF4-FFF2-40B4-BE49-F238E27FC236}">
                <a16:creationId xmlns:a16="http://schemas.microsoft.com/office/drawing/2014/main" id="{DE38C8AE-962E-4E5D-A8CD-24D17F476338}"/>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Источник недоступен</a:t>
            </a:r>
          </a:p>
        </p:txBody>
      </p:sp>
      <p:sp>
        <p:nvSpPr>
          <p:cNvPr id="20" name="content-9-9">
            <a:extLst xmlns:a="http://schemas.openxmlformats.org/drawingml/2006/main">
              <a:ext uri="{FF2B5EF4-FFF2-40B4-BE49-F238E27FC236}">
                <a16:creationId xmlns:a16="http://schemas.microsoft.com/office/drawing/2014/main" id="{1B4215AA-8237-4030-9091-5060B840157C}"/>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Система показывает статус проверки и происхождение записи.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MVP: собственные демоданные и имитация связи с FSP ID.</a:t>
            </a:r>
          </a:p>
        </p:txBody>
      </p:sp>
      <p:sp>
        <p:nvSpPr>
          <p:cNvPr id="21" name="slide-number">
            <a:extLst xmlns:a="http://schemas.openxmlformats.org/drawingml/2006/main">
              <a:ext uri="{FF2B5EF4-FFF2-40B4-BE49-F238E27FC236}">
                <a16:creationId xmlns:a16="http://schemas.microsoft.com/office/drawing/2014/main" id="{D359505E-614D-4EDF-B1AF-7BEA11298E3D}"/>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9</a:t>
            </a:r>
          </a:p>
        </p:txBody>
      </p:sp>
    </p:spTree>
    <p:extLst>
      <p:ext uri="{BB962C8B-B14F-4D97-AF65-F5344CB8AC3E}">
        <p14:creationId xmlns:p14="http://schemas.microsoft.com/office/powerpoint/2010/main" val="3112216425"/>
      </p:ext>
    </p:extLst>
  </p:cSld>
</p:sld>
</file>

<file path=ppt/slides/slide10.xml><?xml version="1.0" encoding="utf-8"?>
<p:sld xmlns:p="http://schemas.openxmlformats.org/presentationml/2006/main">
  <p:cSld>
    <p:bg>
      <p:bgPr>
        <a:blipFill xmlns:a="http://schemas.openxmlformats.org/drawingml/2006/main" rotWithShape="1">
          <a:blip xmlns:r="http://schemas.openxmlformats.org/officeDocument/2006/relationships" r:embed="R868d43a6d967494f">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E0C4469B-8AAE-7B13-015A-FD424E4F9A97}"/>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5"/>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294820D9-0FE7-A2CD-6EC6-B191A0CD90DC}"/>
              </a:ext>
            </a:extLst>
          </p:cNvPr>
          <p:cNvSpPr>
            <a:spLocks xmlns:a="http://schemas.openxmlformats.org/drawingml/2006/main" noGrp="1"/>
          </p:cNvSpPr>
          <p:nvPr/>
        </p:nvSpPr>
        <p:spPr>
          <a:xfrm xmlns:a="http://schemas.openxmlformats.org/drawingml/2006/main">
            <a:off x="5951744" y="1366423"/>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8" name="Скругленный прямоугольник 17">
            <a:extLst xmlns:a="http://schemas.openxmlformats.org/drawingml/2006/main">
              <a:ext uri="{FF2B5EF4-FFF2-40B4-BE49-F238E27FC236}">
                <a16:creationId xmlns:a16="http://schemas.microsoft.com/office/drawing/2014/main" id="{7AE51F4F-C2FB-09FC-6139-35E790E33BDF}"/>
              </a:ext>
            </a:extLst>
          </p:cNvPr>
          <p:cNvSpPr>
            <a:spLocks xmlns:a="http://schemas.openxmlformats.org/drawingml/2006/main" noGrp="1"/>
          </p:cNvSpPr>
          <p:nvPr/>
        </p:nvSpPr>
        <p:spPr>
          <a:xfrm xmlns:a="http://schemas.openxmlformats.org/drawingml/2006/main">
            <a:off x="5951744" y="2377094"/>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9" name="Скругленный прямоугольник 18">
            <a:extLst xmlns:a="http://schemas.openxmlformats.org/drawingml/2006/main">
              <a:ext uri="{FF2B5EF4-FFF2-40B4-BE49-F238E27FC236}">
                <a16:creationId xmlns:a16="http://schemas.microsoft.com/office/drawing/2014/main" id="{34B52819-C376-FDAF-2B5B-09C492119CCF}"/>
              </a:ext>
            </a:extLst>
          </p:cNvPr>
          <p:cNvSpPr>
            <a:spLocks xmlns:a="http://schemas.openxmlformats.org/drawingml/2006/main" noGrp="1"/>
          </p:cNvSpPr>
          <p:nvPr/>
        </p:nvSpPr>
        <p:spPr>
          <a:xfrm xmlns:a="http://schemas.openxmlformats.org/drawingml/2006/main">
            <a:off x="5951744" y="3387765"/>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3" name="Скругленный прямоугольник 22">
            <a:extLst xmlns:a="http://schemas.openxmlformats.org/drawingml/2006/main">
              <a:ext uri="{FF2B5EF4-FFF2-40B4-BE49-F238E27FC236}">
                <a16:creationId xmlns:a16="http://schemas.microsoft.com/office/drawing/2014/main" id="{6CDADF58-3FDE-0896-F558-2E50261FFD44}"/>
              </a:ext>
            </a:extLst>
          </p:cNvPr>
          <p:cNvSpPr>
            <a:spLocks xmlns:a="http://schemas.openxmlformats.org/drawingml/2006/main" noGrp="1"/>
          </p:cNvSpPr>
          <p:nvPr/>
        </p:nvSpPr>
        <p:spPr>
          <a:xfrm xmlns:a="http://schemas.openxmlformats.org/drawingml/2006/main">
            <a:off x="5951744" y="4398436"/>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CD942BE0-7170-CE73-83AB-4505964EB89D}"/>
              </a:ext>
            </a:extLst>
          </p:cNvPr>
          <p:cNvSpPr>
            <a:spLocks xmlns:a="http://schemas.openxmlformats.org/drawingml/2006/main" noGrp="1"/>
          </p:cNvSpPr>
          <p:nvPr/>
        </p:nvSpPr>
        <p:spPr>
          <a:xfrm xmlns:a="http://schemas.openxmlformats.org/drawingml/2006/main">
            <a:off x="5951744" y="5409107"/>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5" name="Скругленный прямоугольник 14">
            <a:extLst xmlns:a="http://schemas.openxmlformats.org/drawingml/2006/main">
              <a:ext uri="{FF2B5EF4-FFF2-40B4-BE49-F238E27FC236}">
                <a16:creationId xmlns:a16="http://schemas.microsoft.com/office/drawing/2014/main" id="{BF0860DA-9B9B-19E2-49DF-A8EDAA7C2B5F}"/>
              </a:ext>
            </a:extLst>
          </p:cNvPr>
          <p:cNvSpPr>
            <a:spLocks xmlns:a="http://schemas.openxmlformats.org/drawingml/2006/main" noGrp="1"/>
          </p:cNvSpPr>
          <p:nvPr/>
        </p:nvSpPr>
        <p:spPr>
          <a:xfrm xmlns:a="http://schemas.openxmlformats.org/drawingml/2006/main">
            <a:off x="346076" y="1366423"/>
            <a:ext cx="5389562" cy="4834352"/>
          </a:xfrm>
          <a:prstGeom xmlns:a="http://schemas.openxmlformats.org/drawingml/2006/main" prst="roundRect">
            <a:avLst>
              <a:gd name="adj" fmla="val 291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5" name="primary-heading">
            <a:extLst xmlns:a="http://schemas.openxmlformats.org/drawingml/2006/main">
              <a:ext uri="{FF2B5EF4-FFF2-40B4-BE49-F238E27FC236}">
                <a16:creationId xmlns:a16="http://schemas.microsoft.com/office/drawing/2014/main" id="{1951297B-B326-42A4-9B29-F948B0EF4062}"/>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ПОДБОР ПО МАТРИЦЕ</a:t>
            </a:r>
          </a:p>
        </p:txBody>
      </p:sp>
      <p:sp>
        <p:nvSpPr>
          <p:cNvPr id="26" name="content-10-1">
            <a:extLst xmlns:a="http://schemas.openxmlformats.org/drawingml/2006/main">
              <a:ext uri="{FF2B5EF4-FFF2-40B4-BE49-F238E27FC236}">
                <a16:creationId xmlns:a16="http://schemas.microsoft.com/office/drawing/2014/main" id="{14597F87-CC32-4E2B-9C57-E0196683C694}"/>
              </a:ext>
            </a:extLst>
          </p:cNvPr>
          <p:cNvSpPr>
            <a:spLocks xmlns:a="http://schemas.openxmlformats.org/drawingml/2006/main" noGrp="1"/>
          </p:cNvSpPr>
          <p:nvPr/>
        </p:nvSpPr>
        <p:spPr>
          <a:xfrm xmlns:a="http://schemas.openxmlformats.org/drawingml/2006/main">
            <a:off x="628650" y="1714500"/>
            <a:ext cx="4810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Требования вакансии</a:t>
            </a:r>
          </a:p>
        </p:txBody>
      </p:sp>
      <p:sp>
        <p:nvSpPr>
          <p:cNvPr id="27" name="content-10-2">
            <a:extLst xmlns:a="http://schemas.openxmlformats.org/drawingml/2006/main">
              <a:ext uri="{FF2B5EF4-FFF2-40B4-BE49-F238E27FC236}">
                <a16:creationId xmlns:a16="http://schemas.microsoft.com/office/drawing/2014/main" id="{6DA48ACA-9D75-44BD-A384-3833F9695BB2}"/>
              </a:ext>
            </a:extLst>
          </p:cNvPr>
          <p:cNvSpPr>
            <a:spLocks xmlns:a="http://schemas.openxmlformats.org/drawingml/2006/main" noGrp="1"/>
          </p:cNvSpPr>
          <p:nvPr/>
        </p:nvSpPr>
        <p:spPr>
          <a:xfrm xmlns:a="http://schemas.openxmlformats.org/drawingml/2006/main">
            <a:off x="628650" y="2686050"/>
            <a:ext cx="47434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выбирает навыки и уровни по открытым критериям. Подбор сравнивает их с подтверждениями кандидата.</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Достижения ФСП дополняют оценку внутри подходящей категории.</a:t>
            </a:r>
          </a:p>
        </p:txBody>
      </p:sp>
      <p:sp>
        <p:nvSpPr>
          <p:cNvPr id="28" name="content-10-3">
            <a:extLst xmlns:a="http://schemas.openxmlformats.org/drawingml/2006/main">
              <a:ext uri="{FF2B5EF4-FFF2-40B4-BE49-F238E27FC236}">
                <a16:creationId xmlns:a16="http://schemas.microsoft.com/office/drawing/2014/main" id="{B082B2C9-8602-43FA-A60B-910371A94F0F}"/>
              </a:ext>
            </a:extLst>
          </p:cNvPr>
          <p:cNvSpPr>
            <a:spLocks xmlns:a="http://schemas.openxmlformats.org/drawingml/2006/main" noGrp="1"/>
          </p:cNvSpPr>
          <p:nvPr/>
        </p:nvSpPr>
        <p:spPr>
          <a:xfrm xmlns:a="http://schemas.openxmlformats.org/drawingml/2006/main">
            <a:off x="628650" y="5334000"/>
            <a:ext cx="4743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20978"/>
                </a:solidFill>
                <a:latin typeface="Montserrat"/>
                <a:ea typeface="Montserrat"/>
                <a:cs typeface="Montserrat"/>
              </a:defRPr>
            </a:defPPr>
          </a:lstStyle>
          <a:p xmlns:a="http://schemas.openxmlformats.org/drawingml/2006/main">
            <a:pPr algn="l">
              <a:lnSpc>
                <a:spcPct val="120000"/>
              </a:lnSpc>
              <a:buNone/>
              <a:defRPr sz="1500" b="0">
                <a:solidFill>
                  <a:srgbClr val="520978"/>
                </a:solidFill>
                <a:latin typeface="Montserrat"/>
                <a:ea typeface="Montserrat"/>
                <a:cs typeface="Montserrat"/>
              </a:defRPr>
            </a:pPr>
            <a:r>
              <a:rPr sz="1500" b="0">
                <a:solidFill>
                  <a:srgbClr val="520978"/>
                </a:solidFill>
                <a:latin typeface="Montserrat"/>
                <a:ea typeface="Montserrat"/>
                <a:cs typeface="Montserrat"/>
              </a:rPr>
              <a:t>Пример формата объяснения.</a:t>
            </a:r>
          </a:p>
          <a:p xmlns:a="http://schemas.openxmlformats.org/drawingml/2006/main">
            <a:pPr algn="l">
              <a:lnSpc>
                <a:spcPct val="120000"/>
              </a:lnSpc>
              <a:buNone/>
              <a:defRPr sz="1500" b="0">
                <a:solidFill>
                  <a:srgbClr val="520978"/>
                </a:solidFill>
                <a:latin typeface="Montserrat"/>
                <a:ea typeface="Montserrat"/>
                <a:cs typeface="Montserrat"/>
              </a:defRPr>
            </a:pPr>
            <a:r>
              <a:rPr sz="1500" b="0">
                <a:solidFill>
                  <a:srgbClr val="520978"/>
                </a:solidFill>
                <a:latin typeface="Montserrat"/>
                <a:ea typeface="Montserrat"/>
                <a:cs typeface="Montserrat"/>
              </a:rPr>
              <a:t>Данные синтетические.</a:t>
            </a:r>
          </a:p>
        </p:txBody>
      </p:sp>
      <p:sp>
        <p:nvSpPr>
          <p:cNvPr id="29" name="content-10-4">
            <a:extLst xmlns:a="http://schemas.openxmlformats.org/drawingml/2006/main">
              <a:ext uri="{FF2B5EF4-FFF2-40B4-BE49-F238E27FC236}">
                <a16:creationId xmlns:a16="http://schemas.microsoft.com/office/drawing/2014/main" id="{510F46A5-3A90-4C9F-8C70-7EFAF46DC67E}"/>
              </a:ext>
            </a:extLst>
          </p:cNvPr>
          <p:cNvSpPr>
            <a:spLocks xmlns:a="http://schemas.openxmlformats.org/drawingml/2006/main" noGrp="1"/>
          </p:cNvSpPr>
          <p:nvPr/>
        </p:nvSpPr>
        <p:spPr>
          <a:xfrm xmlns:a="http://schemas.openxmlformats.org/drawingml/2006/main">
            <a:off x="6191250" y="14954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Backend Middle подтверждён тестом.</a:t>
            </a:r>
          </a:p>
        </p:txBody>
      </p:sp>
      <p:sp>
        <p:nvSpPr>
          <p:cNvPr id="30" name="content-10-5">
            <a:extLst xmlns:a="http://schemas.openxmlformats.org/drawingml/2006/main">
              <a:ext uri="{FF2B5EF4-FFF2-40B4-BE49-F238E27FC236}">
                <a16:creationId xmlns:a16="http://schemas.microsoft.com/office/drawing/2014/main" id="{777DC37D-2723-4C6B-A8A0-0BF5107FB199}"/>
              </a:ext>
            </a:extLst>
          </p:cNvPr>
          <p:cNvSpPr>
            <a:spLocks xmlns:a="http://schemas.openxmlformats.org/drawingml/2006/main" noGrp="1"/>
          </p:cNvSpPr>
          <p:nvPr/>
        </p:nvSpPr>
        <p:spPr>
          <a:xfrm xmlns:a="http://schemas.openxmlformats.org/drawingml/2006/main">
            <a:off x="6191250" y="250507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SQL и JOIN проверены, требование выполнено.</a:t>
            </a:r>
          </a:p>
        </p:txBody>
      </p:sp>
      <p:sp>
        <p:nvSpPr>
          <p:cNvPr id="31" name="content-10-6">
            <a:extLst xmlns:a="http://schemas.openxmlformats.org/drawingml/2006/main">
              <a:ext uri="{FF2B5EF4-FFF2-40B4-BE49-F238E27FC236}">
                <a16:creationId xmlns:a16="http://schemas.microsoft.com/office/drawing/2014/main" id="{05FB0EE9-D70E-4324-B098-61466B01E805}"/>
              </a:ext>
            </a:extLst>
          </p:cNvPr>
          <p:cNvSpPr>
            <a:spLocks xmlns:a="http://schemas.openxmlformats.org/drawingml/2006/main" noGrp="1"/>
          </p:cNvSpPr>
          <p:nvPr/>
        </p:nvSpPr>
        <p:spPr>
          <a:xfrm xmlns:a="http://schemas.openxmlformats.org/drawingml/2006/main">
            <a:off x="6191250" y="35147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Проектирование API требует дополнительной проверки.</a:t>
            </a:r>
          </a:p>
        </p:txBody>
      </p:sp>
      <p:sp>
        <p:nvSpPr>
          <p:cNvPr id="32" name="content-10-7">
            <a:extLst xmlns:a="http://schemas.openxmlformats.org/drawingml/2006/main">
              <a:ext uri="{FF2B5EF4-FFF2-40B4-BE49-F238E27FC236}">
                <a16:creationId xmlns:a16="http://schemas.microsoft.com/office/drawing/2014/main" id="{4BFA7E98-768F-4866-A4BD-CA848A15572A}"/>
              </a:ext>
            </a:extLst>
          </p:cNvPr>
          <p:cNvSpPr>
            <a:spLocks xmlns:a="http://schemas.openxmlformats.org/drawingml/2006/main" noGrp="1"/>
          </p:cNvSpPr>
          <p:nvPr/>
        </p:nvSpPr>
        <p:spPr>
          <a:xfrm xmlns:a="http://schemas.openxmlformats.org/drawingml/2006/main">
            <a:off x="6191250" y="452437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Kubernetes заявлен в резюме, тестом не проверен.</a:t>
            </a:r>
          </a:p>
        </p:txBody>
      </p:sp>
      <p:sp>
        <p:nvSpPr>
          <p:cNvPr id="33" name="content-10-8">
            <a:extLst xmlns:a="http://schemas.openxmlformats.org/drawingml/2006/main">
              <a:ext uri="{FF2B5EF4-FFF2-40B4-BE49-F238E27FC236}">
                <a16:creationId xmlns:a16="http://schemas.microsoft.com/office/drawing/2014/main" id="{B22C0F86-C69B-47CF-9310-82D01FE35AB3}"/>
              </a:ext>
            </a:extLst>
          </p:cNvPr>
          <p:cNvSpPr>
            <a:spLocks xmlns:a="http://schemas.openxmlformats.org/drawingml/2006/main" noGrp="1"/>
          </p:cNvSpPr>
          <p:nvPr/>
        </p:nvSpPr>
        <p:spPr>
          <a:xfrm xmlns:a="http://schemas.openxmlformats.org/drawingml/2006/main">
            <a:off x="6191250" y="55340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видит совпадения и пробелы.</a:t>
            </a:r>
          </a:p>
        </p:txBody>
      </p:sp>
      <p:sp>
        <p:nvSpPr>
          <p:cNvPr id="34" name="slide-number">
            <a:extLst xmlns:a="http://schemas.openxmlformats.org/drawingml/2006/main">
              <a:ext uri="{FF2B5EF4-FFF2-40B4-BE49-F238E27FC236}">
                <a16:creationId xmlns:a16="http://schemas.microsoft.com/office/drawing/2014/main" id="{45032958-B84D-4B95-BC60-594DA106E787}"/>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10</a:t>
            </a:r>
          </a:p>
        </p:txBody>
      </p:sp>
    </p:spTree>
    <p:extLst>
      <p:ext uri="{BB962C8B-B14F-4D97-AF65-F5344CB8AC3E}">
        <p14:creationId xmlns:p14="http://schemas.microsoft.com/office/powerpoint/2010/main" val="1069895185"/>
      </p:ext>
    </p:extLst>
  </p:cSld>
</p:sld>
</file>

<file path=ppt/slides/slide11.xml><?xml version="1.0" encoding="utf-8"?>
<p:sld xmlns:p="http://schemas.openxmlformats.org/presentationml/2006/main">
  <p:cSld>
    <p:bg>
      <p:bgPr>
        <a:blipFill xmlns:a="http://schemas.openxmlformats.org/drawingml/2006/main" rotWithShape="1">
          <a:blip xmlns:r="http://schemas.openxmlformats.org/officeDocument/2006/relationships" r:embed="R28aa0c7128404f70">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BF8E98EC-8B63-4E01-AA81-7F56FDF16A4E}"/>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ПРИМЕР АДРЕСНОГО ПРЕДЛОЖЕНИЯ</a:t>
            </a:r>
          </a:p>
        </p:txBody>
      </p:sp>
      <p:sp>
        <p:nvSpPr>
          <p:cNvPr id="12" name="content-11-1">
            <a:extLst xmlns:a="http://schemas.openxmlformats.org/drawingml/2006/main">
              <a:ext uri="{FF2B5EF4-FFF2-40B4-BE49-F238E27FC236}">
                <a16:creationId xmlns:a16="http://schemas.microsoft.com/office/drawing/2014/main" id="{545205A2-62F0-4083-8B67-AC6B1E7EDEF6}"/>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1-2">
            <a:extLst xmlns:a="http://schemas.openxmlformats.org/drawingml/2006/main">
              <a:ext uri="{FF2B5EF4-FFF2-40B4-BE49-F238E27FC236}">
                <a16:creationId xmlns:a16="http://schemas.microsoft.com/office/drawing/2014/main" id="{8D6346A9-CF20-466F-B440-A3AC33E99A9D}"/>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Компания Демо</a:t>
            </a:r>
          </a:p>
        </p:txBody>
      </p:sp>
      <p:sp>
        <p:nvSpPr>
          <p:cNvPr id="14" name="content-11-3">
            <a:extLst xmlns:a="http://schemas.openxmlformats.org/drawingml/2006/main">
              <a:ext uri="{FF2B5EF4-FFF2-40B4-BE49-F238E27FC236}">
                <a16:creationId xmlns:a16="http://schemas.microsoft.com/office/drawing/2014/main" id="{5B0838FD-C40A-4E30-97CC-B6BA61767A7C}"/>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Backend-разработчик. Развитие API и работа с PostgreSQL.</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Удалённо, полная занятость.</a:t>
            </a:r>
          </a:p>
        </p:txBody>
      </p:sp>
      <p:sp>
        <p:nvSpPr>
          <p:cNvPr id="15" name="content-11-4">
            <a:extLst xmlns:a="http://schemas.openxmlformats.org/drawingml/2006/main">
              <a:ext uri="{FF2B5EF4-FFF2-40B4-BE49-F238E27FC236}">
                <a16:creationId xmlns:a16="http://schemas.microsoft.com/office/drawing/2014/main" id="{3C0FAF4A-1EFB-4156-B5A5-9D2793C4B25E}"/>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1-5">
            <a:extLst xmlns:a="http://schemas.openxmlformats.org/drawingml/2006/main">
              <a:ext uri="{FF2B5EF4-FFF2-40B4-BE49-F238E27FC236}">
                <a16:creationId xmlns:a16="http://schemas.microsoft.com/office/drawing/2014/main" id="{9B946953-0A86-416D-83F2-F80F26DF8D91}"/>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Условия до общения</a:t>
            </a:r>
          </a:p>
        </p:txBody>
      </p:sp>
      <p:sp>
        <p:nvSpPr>
          <p:cNvPr id="17" name="content-11-6">
            <a:extLst xmlns:a="http://schemas.openxmlformats.org/drawingml/2006/main">
              <a:ext uri="{FF2B5EF4-FFF2-40B4-BE49-F238E27FC236}">
                <a16:creationId xmlns:a16="http://schemas.microsoft.com/office/drawing/2014/main" id="{2B1AA6C1-B562-42DE-A437-99B68F197078}"/>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180 000–220 000 ₽ в месяц до вычета налогов.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указывает способ связи и полное описание предложения.</a:t>
            </a:r>
          </a:p>
        </p:txBody>
      </p:sp>
      <p:sp>
        <p:nvSpPr>
          <p:cNvPr id="18" name="content-11-7">
            <a:extLst xmlns:a="http://schemas.openxmlformats.org/drawingml/2006/main">
              <a:ext uri="{FF2B5EF4-FFF2-40B4-BE49-F238E27FC236}">
                <a16:creationId xmlns:a16="http://schemas.microsoft.com/office/drawing/2014/main" id="{88F8CF97-85E1-4CF4-A92D-90E3012119CF}"/>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1-8">
            <a:extLst xmlns:a="http://schemas.openxmlformats.org/drawingml/2006/main">
              <a:ext uri="{FF2B5EF4-FFF2-40B4-BE49-F238E27FC236}">
                <a16:creationId xmlns:a16="http://schemas.microsoft.com/office/drawing/2014/main" id="{E25C2226-351A-4039-BCAA-CED5951DCE51}"/>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Решение кандидата</a:t>
            </a:r>
          </a:p>
        </p:txBody>
      </p:sp>
      <p:sp>
        <p:nvSpPr>
          <p:cNvPr id="20" name="content-11-9">
            <a:extLst xmlns:a="http://schemas.openxmlformats.org/drawingml/2006/main">
              <a:ext uri="{FF2B5EF4-FFF2-40B4-BE49-F238E27FC236}">
                <a16:creationId xmlns:a16="http://schemas.microsoft.com/office/drawing/2014/main" id="{B0377443-1A6B-4B16-B49B-965F6F79EFCB}"/>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Принять или отклонить приглашение.</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После принятия компания получает контакты. Другие работодатели доступа не получают.</a:t>
            </a:r>
          </a:p>
        </p:txBody>
      </p:sp>
      <p:sp>
        <p:nvSpPr>
          <p:cNvPr id="21" name="content-11-10">
            <a:extLst xmlns:a="http://schemas.openxmlformats.org/drawingml/2006/main">
              <a:ext uri="{FF2B5EF4-FFF2-40B4-BE49-F238E27FC236}">
                <a16:creationId xmlns:a16="http://schemas.microsoft.com/office/drawing/2014/main" id="{5C09CBB8-4CA9-45E1-A833-3A49B5009A14}"/>
              </a:ext>
            </a:extLst>
          </p:cNvPr>
          <p:cNvSpPr>
            <a:spLocks xmlns:a="http://schemas.openxmlformats.org/drawingml/2006/main" noGrp="1"/>
          </p:cNvSpPr>
          <p:nvPr/>
        </p:nvSpPr>
        <p:spPr>
          <a:xfrm xmlns:a="http://schemas.openxmlformats.org/drawingml/2006/main">
            <a:off x="762000" y="6305550"/>
            <a:ext cx="10191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20978"/>
                </a:solidFill>
                <a:latin typeface="Montserrat"/>
                <a:ea typeface="Montserrat"/>
                <a:cs typeface="Montserrat"/>
              </a:defRPr>
            </a:defPPr>
          </a:lstStyle>
          <a:p xmlns:a="http://schemas.openxmlformats.org/drawingml/2006/main">
            <a:pPr algn="l">
              <a:lnSpc>
                <a:spcPct val="120000"/>
              </a:lnSpc>
              <a:buNone/>
              <a:defRPr sz="1200" b="0">
                <a:solidFill>
                  <a:srgbClr val="520978"/>
                </a:solidFill>
                <a:latin typeface="Montserrat"/>
                <a:ea typeface="Montserrat"/>
                <a:cs typeface="Montserrat"/>
              </a:defRPr>
            </a:pPr>
            <a:r>
              <a:rPr sz="1200" b="0">
                <a:solidFill>
                  <a:srgbClr val="520978"/>
                </a:solidFill>
                <a:latin typeface="Montserrat"/>
                <a:ea typeface="Montserrat"/>
                <a:cs typeface="Montserrat"/>
              </a:rPr>
              <a:t>Демонстрационный пример, не реальная вакансия.</a:t>
            </a:r>
          </a:p>
        </p:txBody>
      </p:sp>
      <p:sp>
        <p:nvSpPr>
          <p:cNvPr id="22" name="slide-number">
            <a:extLst xmlns:a="http://schemas.openxmlformats.org/drawingml/2006/main">
              <a:ext uri="{FF2B5EF4-FFF2-40B4-BE49-F238E27FC236}">
                <a16:creationId xmlns:a16="http://schemas.microsoft.com/office/drawing/2014/main" id="{A4BB6296-C08B-4024-B2AA-786B0FFC824F}"/>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11</a:t>
            </a:r>
          </a:p>
        </p:txBody>
      </p:sp>
    </p:spTree>
    <p:extLst>
      <p:ext uri="{BB962C8B-B14F-4D97-AF65-F5344CB8AC3E}">
        <p14:creationId xmlns:p14="http://schemas.microsoft.com/office/powerpoint/2010/main" val="3112216425"/>
      </p:ext>
    </p:extLst>
  </p:cSld>
</p:sld>
</file>

<file path=ppt/slides/slide12.xml><?xml version="1.0" encoding="utf-8"?>
<p:sld xmlns:p="http://schemas.openxmlformats.org/presentationml/2006/main">
  <p:cSld>
    <p:bg>
      <p:bgPr>
        <a:blipFill xmlns:a="http://schemas.openxmlformats.org/drawingml/2006/main" rotWithShape="1">
          <a:blip xmlns:r="http://schemas.openxmlformats.org/officeDocument/2006/relationships" r:embed="R002065493a9e4490">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85C1CAD3-F696-4197-8798-6FE75938964E}"/>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АНОНИМНОСТЬ И ПРИГЛАШЕНИЯ</a:t>
            </a:r>
          </a:p>
        </p:txBody>
      </p:sp>
      <p:sp>
        <p:nvSpPr>
          <p:cNvPr id="16" name="content-12-1">
            <a:extLst xmlns:a="http://schemas.openxmlformats.org/drawingml/2006/main">
              <a:ext uri="{FF2B5EF4-FFF2-40B4-BE49-F238E27FC236}">
                <a16:creationId xmlns:a16="http://schemas.microsoft.com/office/drawing/2014/main" id="{6B46652E-C878-4AF0-B8FA-FCB94A40266F}"/>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До согласия</a:t>
            </a:r>
          </a:p>
        </p:txBody>
      </p:sp>
      <p:sp>
        <p:nvSpPr>
          <p:cNvPr id="17" name="content-12-2">
            <a:extLst xmlns:a="http://schemas.openxmlformats.org/drawingml/2006/main">
              <a:ext uri="{FF2B5EF4-FFF2-40B4-BE49-F238E27FC236}">
                <a16:creationId xmlns:a16="http://schemas.microsoft.com/office/drawing/2014/main" id="{A5832349-99A4-4850-9C0F-12E0E64C0A53}"/>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видит навыки и результаты без имени, фото и контактов. API и PDF также сохраняют анонимность.</a:t>
            </a:r>
          </a:p>
        </p:txBody>
      </p:sp>
      <p:sp>
        <p:nvSpPr>
          <p:cNvPr id="18" name="content-12-3">
            <a:extLst xmlns:a="http://schemas.openxmlformats.org/drawingml/2006/main">
              <a:ext uri="{FF2B5EF4-FFF2-40B4-BE49-F238E27FC236}">
                <a16:creationId xmlns:a16="http://schemas.microsoft.com/office/drawing/2014/main" id="{DEA87169-9EC5-49A2-B760-2D9CF1DC3ECC}"/>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После принятия</a:t>
            </a:r>
          </a:p>
        </p:txBody>
      </p:sp>
      <p:sp>
        <p:nvSpPr>
          <p:cNvPr id="19" name="content-12-4">
            <a:extLst xmlns:a="http://schemas.openxmlformats.org/drawingml/2006/main">
              <a:ext uri="{FF2B5EF4-FFF2-40B4-BE49-F238E27FC236}">
                <a16:creationId xmlns:a16="http://schemas.microsoft.com/office/drawing/2014/main" id="{CD938F4A-9D17-4CFA-BD48-706404B45F58}"/>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Контакты открываются пригласившей компании и её разрешённым пользователям. Сервер фиксирует согласие.</a:t>
            </a:r>
          </a:p>
        </p:txBody>
      </p:sp>
      <p:sp>
        <p:nvSpPr>
          <p:cNvPr id="20" name="content-12-5">
            <a:extLst xmlns:a="http://schemas.openxmlformats.org/drawingml/2006/main">
              <a:ext uri="{FF2B5EF4-FFF2-40B4-BE49-F238E27FC236}">
                <a16:creationId xmlns:a16="http://schemas.microsoft.com/office/drawing/2014/main" id="{EB3771B7-5489-416A-82F7-279640A8970C}"/>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Журнал решений</a:t>
            </a:r>
          </a:p>
        </p:txBody>
      </p:sp>
      <p:sp>
        <p:nvSpPr>
          <p:cNvPr id="21" name="content-12-6">
            <a:extLst xmlns:a="http://schemas.openxmlformats.org/drawingml/2006/main">
              <a:ext uri="{FF2B5EF4-FFF2-40B4-BE49-F238E27FC236}">
                <a16:creationId xmlns:a16="http://schemas.microsoft.com/office/drawing/2014/main" id="{4E583E59-C5A5-41CF-BE50-F39B0659974D}"/>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Отправлено, просмотрено, принято или отклонено. Причина отказа видна адресату, если пользователь её указал.</a:t>
            </a:r>
          </a:p>
        </p:txBody>
      </p:sp>
      <p:sp>
        <p:nvSpPr>
          <p:cNvPr id="22" name="content-12-7">
            <a:extLst xmlns:a="http://schemas.openxmlformats.org/drawingml/2006/main">
              <a:ext uri="{FF2B5EF4-FFF2-40B4-BE49-F238E27FC236}">
                <a16:creationId xmlns:a16="http://schemas.microsoft.com/office/drawing/2014/main" id="{910DE1A3-98E9-4698-9768-EE0C94E77293}"/>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Граница MVP</a:t>
            </a:r>
          </a:p>
        </p:txBody>
      </p:sp>
      <p:sp>
        <p:nvSpPr>
          <p:cNvPr id="23" name="content-12-8">
            <a:extLst xmlns:a="http://schemas.openxmlformats.org/drawingml/2006/main">
              <a:ext uri="{FF2B5EF4-FFF2-40B4-BE49-F238E27FC236}">
                <a16:creationId xmlns:a16="http://schemas.microsoft.com/office/drawing/2014/main" id="{D958E70C-CE0F-45C7-831C-878D175F15EA}"/>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Демо FSP ID имеет явную пометку. Свободный текст и файлы проверяем на раскрытие личности. Отзыв доступа относится к развитию.</a:t>
            </a:r>
          </a:p>
        </p:txBody>
      </p:sp>
      <p:sp>
        <p:nvSpPr>
          <p:cNvPr id="24" name="slide-number">
            <a:extLst xmlns:a="http://schemas.openxmlformats.org/drawingml/2006/main">
              <a:ext uri="{FF2B5EF4-FFF2-40B4-BE49-F238E27FC236}">
                <a16:creationId xmlns:a16="http://schemas.microsoft.com/office/drawing/2014/main" id="{25FA5068-2ACF-4154-A14F-FDD614461454}"/>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12</a:t>
            </a:r>
          </a:p>
        </p:txBody>
      </p:sp>
    </p:spTree>
    <p:extLst>
      <p:ext uri="{BB962C8B-B14F-4D97-AF65-F5344CB8AC3E}">
        <p14:creationId xmlns:p14="http://schemas.microsoft.com/office/powerpoint/2010/main" val="3679793639"/>
      </p:ext>
    </p:extLst>
  </p:cSld>
</p:sld>
</file>

<file path=ppt/slides/slide13.xml><?xml version="1.0" encoding="utf-8"?>
<p:sld xmlns:p="http://schemas.openxmlformats.org/presentationml/2006/main">
  <p:cSld>
    <p:bg>
      <p:bgPr>
        <a:blipFill xmlns:a="http://schemas.openxmlformats.org/drawingml/2006/main" rotWithShape="1">
          <a:blip xmlns:r="http://schemas.openxmlformats.org/officeDocument/2006/relationships" r:embed="R425410745885413f">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FC920D8B-4A6B-4925-9C1E-E4305629BD35}"/>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ДЕМОНСТРАЦИЯ И АРХИТЕКТУРА</a:t>
            </a:r>
          </a:p>
        </p:txBody>
      </p:sp>
      <p:sp>
        <p:nvSpPr>
          <p:cNvPr id="25" name="content-13-1">
            <a:extLst xmlns:a="http://schemas.openxmlformats.org/drawingml/2006/main">
              <a:ext uri="{FF2B5EF4-FFF2-40B4-BE49-F238E27FC236}">
                <a16:creationId xmlns:a16="http://schemas.microsoft.com/office/drawing/2014/main" id="{B1FBA129-9A51-4DD7-AB27-7005F8B0B4B7}"/>
              </a:ext>
            </a:extLst>
          </p:cNvPr>
          <p:cNvSpPr>
            <a:spLocks xmlns:a="http://schemas.openxmlformats.org/drawingml/2006/main" noGrp="1"/>
          </p:cNvSpPr>
          <p:nvPr/>
        </p:nvSpPr>
        <p:spPr>
          <a:xfrm xmlns:a="http://schemas.openxmlformats.org/drawingml/2006/main">
            <a:off x="619125" y="1571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Техническое демо</a:t>
            </a:r>
          </a:p>
        </p:txBody>
      </p:sp>
      <p:sp>
        <p:nvSpPr>
          <p:cNvPr id="26" name="content-13-2">
            <a:extLst xmlns:a="http://schemas.openxmlformats.org/drawingml/2006/main">
              <a:ext uri="{FF2B5EF4-FFF2-40B4-BE49-F238E27FC236}">
                <a16:creationId xmlns:a16="http://schemas.microsoft.com/office/drawing/2014/main" id="{82E1E9B9-E25C-4830-BE1E-65DA03096FAE}"/>
              </a:ext>
            </a:extLst>
          </p:cNvPr>
          <p:cNvSpPr>
            <a:spLocks xmlns:a="http://schemas.openxmlformats.org/drawingml/2006/main" noGrp="1"/>
          </p:cNvSpPr>
          <p:nvPr/>
        </p:nvSpPr>
        <p:spPr>
          <a:xfrm xmlns:a="http://schemas.openxmlformats.org/drawingml/2006/main">
            <a:off x="4762500" y="1571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Профиль, тест и приглашение с контактами после согласия. Текущий демонстрационный стек: Django и SQLite.</a:t>
            </a:r>
          </a:p>
        </p:txBody>
      </p:sp>
      <p:sp>
        <p:nvSpPr>
          <p:cNvPr id="27" name="content-13-3">
            <a:extLst xmlns:a="http://schemas.openxmlformats.org/drawingml/2006/main">
              <a:ext uri="{FF2B5EF4-FFF2-40B4-BE49-F238E27FC236}">
                <a16:creationId xmlns:a16="http://schemas.microsoft.com/office/drawing/2014/main" id="{BC0CD95B-D11D-4E91-A5D3-D63729C67E40}"/>
              </a:ext>
            </a:extLst>
          </p:cNvPr>
          <p:cNvSpPr>
            <a:spLocks xmlns:a="http://schemas.openxmlformats.org/drawingml/2006/main" noGrp="1"/>
          </p:cNvSpPr>
          <p:nvPr/>
        </p:nvSpPr>
        <p:spPr>
          <a:xfrm xmlns:a="http://schemas.openxmlformats.org/drawingml/2006/main">
            <a:off x="619125" y="29051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Полная концепция</a:t>
            </a:r>
          </a:p>
        </p:txBody>
      </p:sp>
      <p:sp>
        <p:nvSpPr>
          <p:cNvPr id="28" name="content-13-4">
            <a:extLst xmlns:a="http://schemas.openxmlformats.org/drawingml/2006/main">
              <a:ext uri="{FF2B5EF4-FFF2-40B4-BE49-F238E27FC236}">
                <a16:creationId xmlns:a16="http://schemas.microsoft.com/office/drawing/2014/main" id="{B3992BAC-3A18-492E-AA3F-11E6E9B223B7}"/>
              </a:ext>
            </a:extLst>
          </p:cNvPr>
          <p:cNvSpPr>
            <a:spLocks xmlns:a="http://schemas.openxmlformats.org/drawingml/2006/main" noGrp="1"/>
          </p:cNvSpPr>
          <p:nvPr/>
        </p:nvSpPr>
        <p:spPr>
          <a:xfrm xmlns:a="http://schemas.openxmlformats.org/drawingml/2006/main">
            <a:off x="4762500" y="29051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Открытая матрица, анонимность и конкурсы компаний требуют развития. Подбор связывает требования с подтверждёнными навыками.</a:t>
            </a:r>
          </a:p>
        </p:txBody>
      </p:sp>
      <p:sp>
        <p:nvSpPr>
          <p:cNvPr id="29" name="content-13-5">
            <a:extLst xmlns:a="http://schemas.openxmlformats.org/drawingml/2006/main">
              <a:ext uri="{FF2B5EF4-FFF2-40B4-BE49-F238E27FC236}">
                <a16:creationId xmlns:a16="http://schemas.microsoft.com/office/drawing/2014/main" id="{AEE1A14D-E2A4-466F-A608-9BE28A00CB2B}"/>
              </a:ext>
            </a:extLst>
          </p:cNvPr>
          <p:cNvSpPr>
            <a:spLocks xmlns:a="http://schemas.openxmlformats.org/drawingml/2006/main" noGrp="1"/>
          </p:cNvSpPr>
          <p:nvPr/>
        </p:nvSpPr>
        <p:spPr>
          <a:xfrm xmlns:a="http://schemas.openxmlformats.org/drawingml/2006/main">
            <a:off x="619125" y="4238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Будущее подключение ФСП</a:t>
            </a:r>
          </a:p>
        </p:txBody>
      </p:sp>
      <p:sp>
        <p:nvSpPr>
          <p:cNvPr id="30" name="content-13-6">
            <a:extLst xmlns:a="http://schemas.openxmlformats.org/drawingml/2006/main">
              <a:ext uri="{FF2B5EF4-FFF2-40B4-BE49-F238E27FC236}">
                <a16:creationId xmlns:a16="http://schemas.microsoft.com/office/drawing/2014/main" id="{6184229D-F876-4FD1-B719-57AF3569D938}"/>
              </a:ext>
            </a:extLst>
          </p:cNvPr>
          <p:cNvSpPr>
            <a:spLocks xmlns:a="http://schemas.openxmlformats.org/drawingml/2006/main" noGrp="1"/>
          </p:cNvSpPr>
          <p:nvPr/>
        </p:nvSpPr>
        <p:spPr>
          <a:xfrm xmlns:a="http://schemas.openxmlformats.org/drawingml/2006/main">
            <a:off x="4762500" y="4238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В демо используем собственные данные. Реальные ФСП ID и реестр подключаем после согласования доступа.</a:t>
            </a:r>
          </a:p>
        </p:txBody>
      </p:sp>
      <p:sp>
        <p:nvSpPr>
          <p:cNvPr id="31" name="content-13-7">
            <a:extLst xmlns:a="http://schemas.openxmlformats.org/drawingml/2006/main">
              <a:ext uri="{FF2B5EF4-FFF2-40B4-BE49-F238E27FC236}">
                <a16:creationId xmlns:a16="http://schemas.microsoft.com/office/drawing/2014/main" id="{A74001DE-2CF1-4230-853F-67BABA1F198B}"/>
              </a:ext>
            </a:extLst>
          </p:cNvPr>
          <p:cNvSpPr>
            <a:spLocks xmlns:a="http://schemas.openxmlformats.org/drawingml/2006/main" noGrp="1"/>
          </p:cNvSpPr>
          <p:nvPr/>
        </p:nvSpPr>
        <p:spPr>
          <a:xfrm xmlns:a="http://schemas.openxmlformats.org/drawingml/2006/main">
            <a:off x="619125" y="60293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Видео показывает сценарии и удобство. Текущий сайт может отличаться.</a:t>
            </a:r>
          </a:p>
        </p:txBody>
      </p:sp>
      <p:sp>
        <p:nvSpPr>
          <p:cNvPr id="32" name="slide-number">
            <a:extLst xmlns:a="http://schemas.openxmlformats.org/drawingml/2006/main">
              <a:ext uri="{FF2B5EF4-FFF2-40B4-BE49-F238E27FC236}">
                <a16:creationId xmlns:a16="http://schemas.microsoft.com/office/drawing/2014/main" id="{D9C74843-E3A8-42EB-91A6-FEA3A636EF1C}"/>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13</a:t>
            </a:r>
          </a:p>
        </p:txBody>
      </p:sp>
    </p:spTree>
    <p:extLst>
      <p:ext uri="{BB962C8B-B14F-4D97-AF65-F5344CB8AC3E}">
        <p14:creationId xmlns:p14="http://schemas.microsoft.com/office/powerpoint/2010/main" val="1750984224"/>
      </p:ext>
    </p:extLst>
  </p:cSld>
</p:sld>
</file>

<file path=ppt/slides/slide14.xml><?xml version="1.0" encoding="utf-8"?>
<p:sld xmlns:p="http://schemas.openxmlformats.org/presentationml/2006/main">
  <p:cSld>
    <p:bg>
      <p:bgPr>
        <a:blipFill xmlns:a="http://schemas.openxmlformats.org/drawingml/2006/main" rotWithShape="1">
          <a:blip xmlns:r="http://schemas.openxmlformats.org/officeDocument/2006/relationships" r:embed="R851dccc9fada49ec">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F6608203-23AD-4010-8A13-83B7268127DE}"/>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СОРЕВНОВАНИЯ КОМПАНИЙ</a:t>
            </a:r>
          </a:p>
        </p:txBody>
      </p:sp>
      <p:sp>
        <p:nvSpPr>
          <p:cNvPr id="12" name="content-14-1">
            <a:extLst xmlns:a="http://schemas.openxmlformats.org/drawingml/2006/main">
              <a:ext uri="{FF2B5EF4-FFF2-40B4-BE49-F238E27FC236}">
                <a16:creationId xmlns:a16="http://schemas.microsoft.com/office/drawing/2014/main" id="{8A1A5F00-D8CF-4580-B574-BC1F5DD2FE50}"/>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4-2">
            <a:extLst xmlns:a="http://schemas.openxmlformats.org/drawingml/2006/main">
              <a:ext uri="{FF2B5EF4-FFF2-40B4-BE49-F238E27FC236}">
                <a16:creationId xmlns:a16="http://schemas.microsoft.com/office/drawing/2014/main" id="{76045F80-1381-42AB-BDB6-4F8610C5B060}"/>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Оценка узких навыков</a:t>
            </a:r>
          </a:p>
        </p:txBody>
      </p:sp>
      <p:sp>
        <p:nvSpPr>
          <p:cNvPr id="14" name="content-14-3">
            <a:extLst xmlns:a="http://schemas.openxmlformats.org/drawingml/2006/main">
              <a:ext uri="{FF2B5EF4-FFF2-40B4-BE49-F238E27FC236}">
                <a16:creationId xmlns:a16="http://schemas.microsoft.com/office/drawing/2014/main" id="{BF86FAFF-F461-432F-B2C8-BBD50A89F9C4}"/>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задаёт прикладной трек. Решение показывает навыки, которые общий тест раскрывает недостаточно.</a:t>
            </a:r>
          </a:p>
        </p:txBody>
      </p:sp>
      <p:sp>
        <p:nvSpPr>
          <p:cNvPr id="15" name="content-14-4">
            <a:extLst xmlns:a="http://schemas.openxmlformats.org/drawingml/2006/main">
              <a:ext uri="{FF2B5EF4-FFF2-40B4-BE49-F238E27FC236}">
                <a16:creationId xmlns:a16="http://schemas.microsoft.com/office/drawing/2014/main" id="{7BD723BB-D043-49DD-A798-B735668130B0}"/>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4-5">
            <a:extLst xmlns:a="http://schemas.openxmlformats.org/drawingml/2006/main">
              <a:ext uri="{FF2B5EF4-FFF2-40B4-BE49-F238E27FC236}">
                <a16:creationId xmlns:a16="http://schemas.microsoft.com/office/drawing/2014/main" id="{42C2659B-BAB5-42ED-B89E-C8083FB38709}"/>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Освоение технологий</a:t>
            </a:r>
          </a:p>
        </p:txBody>
      </p:sp>
      <p:sp>
        <p:nvSpPr>
          <p:cNvPr id="17" name="content-14-6">
            <a:extLst xmlns:a="http://schemas.openxmlformats.org/drawingml/2006/main">
              <a:ext uri="{FF2B5EF4-FFF2-40B4-BE49-F238E27FC236}">
                <a16:creationId xmlns:a16="http://schemas.microsoft.com/office/drawing/2014/main" id="{7529B089-C859-425C-A411-74DA030C1E96}"/>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добавляет новый стек в конкурс. Участники изучают его и применяют в задаче, готовясь к будущей работе.</a:t>
            </a:r>
          </a:p>
        </p:txBody>
      </p:sp>
      <p:sp>
        <p:nvSpPr>
          <p:cNvPr id="18" name="content-14-7">
            <a:extLst xmlns:a="http://schemas.openxmlformats.org/drawingml/2006/main">
              <a:ext uri="{FF2B5EF4-FFF2-40B4-BE49-F238E27FC236}">
                <a16:creationId xmlns:a16="http://schemas.microsoft.com/office/drawing/2014/main" id="{47F9B1B4-2B0F-4F08-A210-50CEB1D9C2E1}"/>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4-8">
            <a:extLst xmlns:a="http://schemas.openxmlformats.org/drawingml/2006/main">
              <a:ext uri="{FF2B5EF4-FFF2-40B4-BE49-F238E27FC236}">
                <a16:creationId xmlns:a16="http://schemas.microsoft.com/office/drawing/2014/main" id="{718AE129-4B18-4962-9EA7-4AFFEFED7AB5}"/>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Пример: новая СУБД</a:t>
            </a:r>
          </a:p>
        </p:txBody>
      </p:sp>
      <p:sp>
        <p:nvSpPr>
          <p:cNvPr id="20" name="content-14-9">
            <a:extLst xmlns:a="http://schemas.openxmlformats.org/drawingml/2006/main">
              <a:ext uri="{FF2B5EF4-FFF2-40B4-BE49-F238E27FC236}">
                <a16:creationId xmlns:a16="http://schemas.microsoft.com/office/drawing/2014/main" id="{C4787F46-AA75-41BA-993A-3097C7747C66}"/>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Конкурс предлагает задачу на новой базе данных. Компания видит решения и выбирает участников для дальнейшего общения.</a:t>
            </a:r>
          </a:p>
        </p:txBody>
      </p:sp>
      <p:sp>
        <p:nvSpPr>
          <p:cNvPr id="21" name="slide-number">
            <a:extLst xmlns:a="http://schemas.openxmlformats.org/drawingml/2006/main">
              <a:ext uri="{FF2B5EF4-FFF2-40B4-BE49-F238E27FC236}">
                <a16:creationId xmlns:a16="http://schemas.microsoft.com/office/drawing/2014/main" id="{C71E732D-780F-4EAF-B518-9A6444451F2C}"/>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14</a:t>
            </a:r>
          </a:p>
        </p:txBody>
      </p:sp>
    </p:spTree>
    <p:extLst>
      <p:ext uri="{BB962C8B-B14F-4D97-AF65-F5344CB8AC3E}">
        <p14:creationId xmlns:p14="http://schemas.microsoft.com/office/powerpoint/2010/main" val="3112216425"/>
      </p:ext>
    </p:extLst>
  </p:cSld>
</p:sld>
</file>

<file path=ppt/slides/slide15.xml><?xml version="1.0" encoding="utf-8"?>
<p:sld xmlns:p="http://schemas.openxmlformats.org/presentationml/2006/main">
  <p:cSld>
    <p:bg>
      <p:bgPr>
        <a:blipFill xmlns:a="http://schemas.openxmlformats.org/drawingml/2006/main" rotWithShape="1">
          <a:blip xmlns:r="http://schemas.openxmlformats.org/officeDocument/2006/relationships" r:embed="R6ca0b3905b734299">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E0C4469B-8AAE-7B13-015A-FD424E4F9A97}"/>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5"/>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294820D9-0FE7-A2CD-6EC6-B191A0CD90DC}"/>
              </a:ext>
            </a:extLst>
          </p:cNvPr>
          <p:cNvSpPr>
            <a:spLocks xmlns:a="http://schemas.openxmlformats.org/drawingml/2006/main" noGrp="1"/>
          </p:cNvSpPr>
          <p:nvPr/>
        </p:nvSpPr>
        <p:spPr>
          <a:xfrm xmlns:a="http://schemas.openxmlformats.org/drawingml/2006/main">
            <a:off x="5951744" y="1366423"/>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8" name="Скругленный прямоугольник 17">
            <a:extLst xmlns:a="http://schemas.openxmlformats.org/drawingml/2006/main">
              <a:ext uri="{FF2B5EF4-FFF2-40B4-BE49-F238E27FC236}">
                <a16:creationId xmlns:a16="http://schemas.microsoft.com/office/drawing/2014/main" id="{7AE51F4F-C2FB-09FC-6139-35E790E33BDF}"/>
              </a:ext>
            </a:extLst>
          </p:cNvPr>
          <p:cNvSpPr>
            <a:spLocks xmlns:a="http://schemas.openxmlformats.org/drawingml/2006/main" noGrp="1"/>
          </p:cNvSpPr>
          <p:nvPr/>
        </p:nvSpPr>
        <p:spPr>
          <a:xfrm xmlns:a="http://schemas.openxmlformats.org/drawingml/2006/main">
            <a:off x="5951744" y="2377094"/>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9" name="Скругленный прямоугольник 18">
            <a:extLst xmlns:a="http://schemas.openxmlformats.org/drawingml/2006/main">
              <a:ext uri="{FF2B5EF4-FFF2-40B4-BE49-F238E27FC236}">
                <a16:creationId xmlns:a16="http://schemas.microsoft.com/office/drawing/2014/main" id="{34B52819-C376-FDAF-2B5B-09C492119CCF}"/>
              </a:ext>
            </a:extLst>
          </p:cNvPr>
          <p:cNvSpPr>
            <a:spLocks xmlns:a="http://schemas.openxmlformats.org/drawingml/2006/main" noGrp="1"/>
          </p:cNvSpPr>
          <p:nvPr/>
        </p:nvSpPr>
        <p:spPr>
          <a:xfrm xmlns:a="http://schemas.openxmlformats.org/drawingml/2006/main">
            <a:off x="5951744" y="3387765"/>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3" name="Скругленный прямоугольник 22">
            <a:extLst xmlns:a="http://schemas.openxmlformats.org/drawingml/2006/main">
              <a:ext uri="{FF2B5EF4-FFF2-40B4-BE49-F238E27FC236}">
                <a16:creationId xmlns:a16="http://schemas.microsoft.com/office/drawing/2014/main" id="{6CDADF58-3FDE-0896-F558-2E50261FFD44}"/>
              </a:ext>
            </a:extLst>
          </p:cNvPr>
          <p:cNvSpPr>
            <a:spLocks xmlns:a="http://schemas.openxmlformats.org/drawingml/2006/main" noGrp="1"/>
          </p:cNvSpPr>
          <p:nvPr/>
        </p:nvSpPr>
        <p:spPr>
          <a:xfrm xmlns:a="http://schemas.openxmlformats.org/drawingml/2006/main">
            <a:off x="5951744" y="4398436"/>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CD942BE0-7170-CE73-83AB-4505964EB89D}"/>
              </a:ext>
            </a:extLst>
          </p:cNvPr>
          <p:cNvSpPr>
            <a:spLocks xmlns:a="http://schemas.openxmlformats.org/drawingml/2006/main" noGrp="1"/>
          </p:cNvSpPr>
          <p:nvPr/>
        </p:nvSpPr>
        <p:spPr>
          <a:xfrm xmlns:a="http://schemas.openxmlformats.org/drawingml/2006/main">
            <a:off x="5951744" y="5409107"/>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5" name="Скругленный прямоугольник 14">
            <a:extLst xmlns:a="http://schemas.openxmlformats.org/drawingml/2006/main">
              <a:ext uri="{FF2B5EF4-FFF2-40B4-BE49-F238E27FC236}">
                <a16:creationId xmlns:a16="http://schemas.microsoft.com/office/drawing/2014/main" id="{BF0860DA-9B9B-19E2-49DF-A8EDAA7C2B5F}"/>
              </a:ext>
            </a:extLst>
          </p:cNvPr>
          <p:cNvSpPr>
            <a:spLocks xmlns:a="http://schemas.openxmlformats.org/drawingml/2006/main" noGrp="1"/>
          </p:cNvSpPr>
          <p:nvPr/>
        </p:nvSpPr>
        <p:spPr>
          <a:xfrm xmlns:a="http://schemas.openxmlformats.org/drawingml/2006/main">
            <a:off x="346076" y="1366423"/>
            <a:ext cx="5389562" cy="4834352"/>
          </a:xfrm>
          <a:prstGeom xmlns:a="http://schemas.openxmlformats.org/drawingml/2006/main" prst="roundRect">
            <a:avLst>
              <a:gd name="adj" fmla="val 291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5" name="primary-heading">
            <a:extLst xmlns:a="http://schemas.openxmlformats.org/drawingml/2006/main">
              <a:ext uri="{FF2B5EF4-FFF2-40B4-BE49-F238E27FC236}">
                <a16:creationId xmlns:a16="http://schemas.microsoft.com/office/drawing/2014/main" id="{7A981AAC-8257-40B0-B29E-E761FE7D490F}"/>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ПРОВЕРКА МАТРИЦЫ И ПОДБОРА</a:t>
            </a:r>
          </a:p>
        </p:txBody>
      </p:sp>
      <p:sp>
        <p:nvSpPr>
          <p:cNvPr id="26" name="content-15-1">
            <a:extLst xmlns:a="http://schemas.openxmlformats.org/drawingml/2006/main">
              <a:ext uri="{FF2B5EF4-FFF2-40B4-BE49-F238E27FC236}">
                <a16:creationId xmlns:a16="http://schemas.microsoft.com/office/drawing/2014/main" id="{A91EB5EF-8F9D-4BA9-8FC4-17D12AA11CC3}"/>
              </a:ext>
            </a:extLst>
          </p:cNvPr>
          <p:cNvSpPr>
            <a:spLocks xmlns:a="http://schemas.openxmlformats.org/drawingml/2006/main" noGrp="1"/>
          </p:cNvSpPr>
          <p:nvPr/>
        </p:nvSpPr>
        <p:spPr>
          <a:xfrm xmlns:a="http://schemas.openxmlformats.org/drawingml/2006/main">
            <a:off x="628650" y="1724025"/>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Экспертная проверка</a:t>
            </a:r>
          </a:p>
        </p:txBody>
      </p:sp>
      <p:sp>
        <p:nvSpPr>
          <p:cNvPr id="27" name="content-15-2">
            <a:extLst xmlns:a="http://schemas.openxmlformats.org/drawingml/2006/main">
              <a:ext uri="{FF2B5EF4-FFF2-40B4-BE49-F238E27FC236}">
                <a16:creationId xmlns:a16="http://schemas.microsoft.com/office/drawing/2014/main" id="{123A3DAF-82B7-4F7D-BF51-A928A335DFC0}"/>
              </a:ext>
            </a:extLst>
          </p:cNvPr>
          <p:cNvSpPr>
            <a:spLocks xmlns:a="http://schemas.openxmlformats.org/drawingml/2006/main" noGrp="1"/>
          </p:cNvSpPr>
          <p:nvPr/>
        </p:nvSpPr>
        <p:spPr>
          <a:xfrm xmlns:a="http://schemas.openxmlformats.org/drawingml/2006/main">
            <a:off x="628650" y="2609850"/>
            <a:ext cx="469582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Согласовать навыки и критерии уровней с техническими экспертами.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Проверить соответствие задач матрице и близость сложности вариантов.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Сравнить оценки на пограничных ответах.</a:t>
            </a:r>
          </a:p>
        </p:txBody>
      </p:sp>
      <p:sp>
        <p:nvSpPr>
          <p:cNvPr id="28" name="content-15-3">
            <a:extLst xmlns:a="http://schemas.openxmlformats.org/drawingml/2006/main">
              <a:ext uri="{FF2B5EF4-FFF2-40B4-BE49-F238E27FC236}">
                <a16:creationId xmlns:a16="http://schemas.microsoft.com/office/drawing/2014/main" id="{1449A849-C460-4967-BBFE-48FC08744DC9}"/>
              </a:ext>
            </a:extLst>
          </p:cNvPr>
          <p:cNvSpPr>
            <a:spLocks xmlns:a="http://schemas.openxmlformats.org/drawingml/2006/main" noGrp="1"/>
          </p:cNvSpPr>
          <p:nvPr/>
        </p:nvSpPr>
        <p:spPr>
          <a:xfrm xmlns:a="http://schemas.openxmlformats.org/drawingml/2006/main">
            <a:off x="6191250" y="15240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Согласованность экспертных оценок уровня.</a:t>
            </a:r>
          </a:p>
        </p:txBody>
      </p:sp>
      <p:sp>
        <p:nvSpPr>
          <p:cNvPr id="29" name="content-15-4">
            <a:extLst xmlns:a="http://schemas.openxmlformats.org/drawingml/2006/main">
              <a:ext uri="{FF2B5EF4-FFF2-40B4-BE49-F238E27FC236}">
                <a16:creationId xmlns:a16="http://schemas.microsoft.com/office/drawing/2014/main" id="{B43C5A9A-9089-4375-B009-33868720E2D4}"/>
              </a:ext>
            </a:extLst>
          </p:cNvPr>
          <p:cNvSpPr>
            <a:spLocks xmlns:a="http://schemas.openxmlformats.org/drawingml/2006/main" noGrp="1"/>
          </p:cNvSpPr>
          <p:nvPr/>
        </p:nvSpPr>
        <p:spPr>
          <a:xfrm xmlns:a="http://schemas.openxmlformats.org/drawingml/2006/main">
            <a:off x="6191250" y="253365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Повторяемость результатов по навыкам.</a:t>
            </a:r>
          </a:p>
        </p:txBody>
      </p:sp>
      <p:sp>
        <p:nvSpPr>
          <p:cNvPr id="30" name="content-15-5">
            <a:extLst xmlns:a="http://schemas.openxmlformats.org/drawingml/2006/main">
              <a:ext uri="{FF2B5EF4-FFF2-40B4-BE49-F238E27FC236}">
                <a16:creationId xmlns:a16="http://schemas.microsoft.com/office/drawing/2014/main" id="{3A9BFA98-03D9-486F-91A3-D3B5F6CFE460}"/>
              </a:ext>
            </a:extLst>
          </p:cNvPr>
          <p:cNvSpPr>
            <a:spLocks xmlns:a="http://schemas.openxmlformats.org/drawingml/2006/main" noGrp="1"/>
          </p:cNvSpPr>
          <p:nvPr/>
        </p:nvSpPr>
        <p:spPr>
          <a:xfrm xmlns:a="http://schemas.openxmlformats.org/drawingml/2006/main">
            <a:off x="6191250" y="35433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Precision@5 и ошибки требований вакансии.</a:t>
            </a:r>
          </a:p>
        </p:txBody>
      </p:sp>
      <p:sp>
        <p:nvSpPr>
          <p:cNvPr id="31" name="content-15-6">
            <a:extLst xmlns:a="http://schemas.openxmlformats.org/drawingml/2006/main">
              <a:ext uri="{FF2B5EF4-FFF2-40B4-BE49-F238E27FC236}">
                <a16:creationId xmlns:a16="http://schemas.microsoft.com/office/drawing/2014/main" id="{F7C09132-4367-4B55-819E-1023739B788D}"/>
              </a:ext>
            </a:extLst>
          </p:cNvPr>
          <p:cNvSpPr>
            <a:spLocks xmlns:a="http://schemas.openxmlformats.org/drawingml/2006/main" noGrp="1"/>
          </p:cNvSpPr>
          <p:nvPr/>
        </p:nvSpPr>
        <p:spPr>
          <a:xfrm xmlns:a="http://schemas.openxmlformats.org/drawingml/2006/main">
            <a:off x="6191250" y="455295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Понятность совпадений и пробелов.</a:t>
            </a:r>
          </a:p>
        </p:txBody>
      </p:sp>
      <p:sp>
        <p:nvSpPr>
          <p:cNvPr id="32" name="content-15-7">
            <a:extLst xmlns:a="http://schemas.openxmlformats.org/drawingml/2006/main">
              <a:ext uri="{FF2B5EF4-FFF2-40B4-BE49-F238E27FC236}">
                <a16:creationId xmlns:a16="http://schemas.microsoft.com/office/drawing/2014/main" id="{0515ADD3-BC8A-4764-AB13-5955CD677822}"/>
              </a:ext>
            </a:extLst>
          </p:cNvPr>
          <p:cNvSpPr>
            <a:spLocks xmlns:a="http://schemas.openxmlformats.org/drawingml/2006/main" noGrp="1"/>
          </p:cNvSpPr>
          <p:nvPr/>
        </p:nvSpPr>
        <p:spPr>
          <a:xfrm xmlns:a="http://schemas.openxmlformats.org/drawingml/2006/main">
            <a:off x="6191250" y="55626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Анонимность API и PDF до согласия.</a:t>
            </a:r>
          </a:p>
        </p:txBody>
      </p:sp>
      <p:sp>
        <p:nvSpPr>
          <p:cNvPr id="33" name="slide-number">
            <a:extLst xmlns:a="http://schemas.openxmlformats.org/drawingml/2006/main">
              <a:ext uri="{FF2B5EF4-FFF2-40B4-BE49-F238E27FC236}">
                <a16:creationId xmlns:a16="http://schemas.microsoft.com/office/drawing/2014/main" id="{E620FC13-DC59-4D40-A962-CAAE6579061F}"/>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15</a:t>
            </a:r>
          </a:p>
        </p:txBody>
      </p:sp>
    </p:spTree>
    <p:extLst>
      <p:ext uri="{BB962C8B-B14F-4D97-AF65-F5344CB8AC3E}">
        <p14:creationId xmlns:p14="http://schemas.microsoft.com/office/powerpoint/2010/main" val="1069895185"/>
      </p:ext>
    </p:extLst>
  </p:cSld>
</p:sld>
</file>

<file path=ppt/slides/slide16.xml><?xml version="1.0" encoding="utf-8"?>
<p:sld xmlns:p="http://schemas.openxmlformats.org/presentationml/2006/main">
  <p:cSld>
    <p:bg>
      <p:bgPr>
        <a:blipFill xmlns:a="http://schemas.openxmlformats.org/drawingml/2006/main" rotWithShape="1">
          <a:blip xmlns:r="http://schemas.openxmlformats.org/officeDocument/2006/relationships" r:embed="R87586b0dfb0c4e80">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09BE747A-B053-4904-990E-43DEE4014277}"/>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ПИЛОТ И БИЗНЕС-ГИПОТЕЗА</a:t>
            </a:r>
          </a:p>
        </p:txBody>
      </p:sp>
      <p:sp>
        <p:nvSpPr>
          <p:cNvPr id="12" name="content-16-1">
            <a:extLst xmlns:a="http://schemas.openxmlformats.org/drawingml/2006/main">
              <a:ext uri="{FF2B5EF4-FFF2-40B4-BE49-F238E27FC236}">
                <a16:creationId xmlns:a16="http://schemas.microsoft.com/office/drawing/2014/main" id="{B6EF9428-95A1-4994-96AF-945503D782A0}"/>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6-2">
            <a:extLst xmlns:a="http://schemas.openxmlformats.org/drawingml/2006/main">
              <a:ext uri="{FF2B5EF4-FFF2-40B4-BE49-F238E27FC236}">
                <a16:creationId xmlns:a16="http://schemas.microsoft.com/office/drawing/2014/main" id="{4D04550B-D064-4913-9999-349E7DF5E3B8}"/>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Аудитория</a:t>
            </a:r>
          </a:p>
        </p:txBody>
      </p:sp>
      <p:sp>
        <p:nvSpPr>
          <p:cNvPr id="14" name="content-16-3">
            <a:extLst xmlns:a="http://schemas.openxmlformats.org/drawingml/2006/main">
              <a:ext uri="{FF2B5EF4-FFF2-40B4-BE49-F238E27FC236}">
                <a16:creationId xmlns:a16="http://schemas.microsoft.com/office/drawing/2014/main" id="{C608F4A8-366A-4D3A-B4D3-0AA80C50D299}"/>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Участники ФСП и компании с конкретными IT-задачами.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Для первого пилота: 3–5 технических нанимающих.</a:t>
            </a:r>
          </a:p>
        </p:txBody>
      </p:sp>
      <p:sp>
        <p:nvSpPr>
          <p:cNvPr id="15" name="content-16-4">
            <a:extLst xmlns:a="http://schemas.openxmlformats.org/drawingml/2006/main">
              <a:ext uri="{FF2B5EF4-FFF2-40B4-BE49-F238E27FC236}">
                <a16:creationId xmlns:a16="http://schemas.microsoft.com/office/drawing/2014/main" id="{371BAE95-1095-4DBD-8323-BC8ECCF9AC26}"/>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6-5">
            <a:extLst xmlns:a="http://schemas.openxmlformats.org/drawingml/2006/main">
              <a:ext uri="{FF2B5EF4-FFF2-40B4-BE49-F238E27FC236}">
                <a16:creationId xmlns:a16="http://schemas.microsoft.com/office/drawing/2014/main" id="{D3849FEF-0C93-4382-9878-118E35E035C8}"/>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Проверка пользы</a:t>
            </a:r>
          </a:p>
        </p:txBody>
      </p:sp>
      <p:sp>
        <p:nvSpPr>
          <p:cNvPr id="17" name="content-16-6">
            <a:extLst xmlns:a="http://schemas.openxmlformats.org/drawingml/2006/main">
              <a:ext uri="{FF2B5EF4-FFF2-40B4-BE49-F238E27FC236}">
                <a16:creationId xmlns:a16="http://schemas.microsoft.com/office/drawing/2014/main" id="{D2C81CB4-CCFF-4910-AF99-DD861BC96B20}"/>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Доля подходящих профилей и время HR до контакта.</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Для конкурсов: освоение нового стека и качество решений.</a:t>
            </a:r>
          </a:p>
        </p:txBody>
      </p:sp>
      <p:sp>
        <p:nvSpPr>
          <p:cNvPr id="18" name="content-16-7">
            <a:extLst xmlns:a="http://schemas.openxmlformats.org/drawingml/2006/main">
              <a:ext uri="{FF2B5EF4-FFF2-40B4-BE49-F238E27FC236}">
                <a16:creationId xmlns:a16="http://schemas.microsoft.com/office/drawing/2014/main" id="{99111C5B-C90A-4523-9099-46F3884A0A62}"/>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6-8">
            <a:extLst xmlns:a="http://schemas.openxmlformats.org/drawingml/2006/main">
              <a:ext uri="{FF2B5EF4-FFF2-40B4-BE49-F238E27FC236}">
                <a16:creationId xmlns:a16="http://schemas.microsoft.com/office/drawing/2014/main" id="{E30DD2A8-2EAC-47A4-A945-B0AC14D088D7}"/>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Гипотеза выручки</a:t>
            </a:r>
          </a:p>
        </p:txBody>
      </p:sp>
      <p:sp>
        <p:nvSpPr>
          <p:cNvPr id="20" name="content-16-9">
            <a:extLst xmlns:a="http://schemas.openxmlformats.org/drawingml/2006/main">
              <a:ext uri="{FF2B5EF4-FFF2-40B4-BE49-F238E27FC236}">
                <a16:creationId xmlns:a16="http://schemas.microsoft.com/office/drawing/2014/main" id="{3C7AF0A5-CA67-4F4B-9527-8455A0D0538F}"/>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Подписка работодателя на подбор и командную работу.</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Гипотеза: ниже затраты на поиск и подготовку. Тарифы определит пилот.</a:t>
            </a:r>
          </a:p>
        </p:txBody>
      </p:sp>
      <p:sp>
        <p:nvSpPr>
          <p:cNvPr id="21" name="slide-number">
            <a:extLst xmlns:a="http://schemas.openxmlformats.org/drawingml/2006/main">
              <a:ext uri="{FF2B5EF4-FFF2-40B4-BE49-F238E27FC236}">
                <a16:creationId xmlns:a16="http://schemas.microsoft.com/office/drawing/2014/main" id="{960350D4-D489-44C3-8E51-1005170737E7}"/>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16</a:t>
            </a:r>
          </a:p>
        </p:txBody>
      </p:sp>
    </p:spTree>
    <p:extLst>
      <p:ext uri="{BB962C8B-B14F-4D97-AF65-F5344CB8AC3E}">
        <p14:creationId xmlns:p14="http://schemas.microsoft.com/office/powerpoint/2010/main" val="3112216425"/>
      </p:ext>
    </p:extLst>
  </p:cSld>
</p:sld>
</file>

<file path=ppt/slides/slide17.xml><?xml version="1.0" encoding="utf-8"?>
<p:sld xmlns:p="http://schemas.openxmlformats.org/presentationml/2006/main">
  <p:cSld>
    <p:bg>
      <p:bgPr>
        <a:blipFill xmlns:a="http://schemas.openxmlformats.org/drawingml/2006/main" rotWithShape="1">
          <a:blip xmlns:r="http://schemas.openxmlformats.org/officeDocument/2006/relationships" r:embed="Rc09f5a0fcda5453c">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A0E785BA-4975-4F77-B5D7-B622FBECC992}"/>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ПЛАН РАЗВИТИЯ</a:t>
            </a:r>
          </a:p>
        </p:txBody>
      </p:sp>
      <p:sp>
        <p:nvSpPr>
          <p:cNvPr id="16" name="content-17-1">
            <a:extLst xmlns:a="http://schemas.openxmlformats.org/drawingml/2006/main">
              <a:ext uri="{FF2B5EF4-FFF2-40B4-BE49-F238E27FC236}">
                <a16:creationId xmlns:a16="http://schemas.microsoft.com/office/drawing/2014/main" id="{D26BEE34-FD74-4B22-B691-BE871E67E390}"/>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P0. Завершённый MVP</a:t>
            </a:r>
          </a:p>
        </p:txBody>
      </p:sp>
      <p:sp>
        <p:nvSpPr>
          <p:cNvPr id="17" name="content-17-2">
            <a:extLst xmlns:a="http://schemas.openxmlformats.org/drawingml/2006/main">
              <a:ext uri="{FF2B5EF4-FFF2-40B4-BE49-F238E27FC236}">
                <a16:creationId xmlns:a16="http://schemas.microsoft.com/office/drawing/2014/main" id="{71FD6FFF-D1F4-44E7-864D-09ECF2F69546}"/>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Открытая матрица, тест, анонимный профиль и PDF. Требования вакансии, подбор, приглашение и причина отказа.</a:t>
            </a:r>
          </a:p>
        </p:txBody>
      </p:sp>
      <p:sp>
        <p:nvSpPr>
          <p:cNvPr id="18" name="content-17-3">
            <a:extLst xmlns:a="http://schemas.openxmlformats.org/drawingml/2006/main">
              <a:ext uri="{FF2B5EF4-FFF2-40B4-BE49-F238E27FC236}">
                <a16:creationId xmlns:a16="http://schemas.microsoft.com/office/drawing/2014/main" id="{08D6C194-19FB-4033-9DB7-8D42AB9504F0}"/>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P0. Проверка и сдача</a:t>
            </a:r>
          </a:p>
        </p:txBody>
      </p:sp>
      <p:sp>
        <p:nvSpPr>
          <p:cNvPr id="19" name="content-17-4">
            <a:extLst xmlns:a="http://schemas.openxmlformats.org/drawingml/2006/main">
              <a:ext uri="{FF2B5EF4-FFF2-40B4-BE49-F238E27FC236}">
                <a16:creationId xmlns:a16="http://schemas.microsoft.com/office/drawing/2014/main" id="{DCA9EC76-B230-4A5D-86FD-0334F9579652}"/>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Экспертная проверка матрицы, собственные данные и валидация. Воспроизводимый запуск и документация. Демо: iOS/Swift Junior/Middle. Backend/Frontend — расширение.</a:t>
            </a:r>
          </a:p>
        </p:txBody>
      </p:sp>
      <p:sp>
        <p:nvSpPr>
          <p:cNvPr id="20" name="content-17-5">
            <a:extLst xmlns:a="http://schemas.openxmlformats.org/drawingml/2006/main">
              <a:ext uri="{FF2B5EF4-FFF2-40B4-BE49-F238E27FC236}">
                <a16:creationId xmlns:a16="http://schemas.microsoft.com/office/drawing/2014/main" id="{2149BA6F-C212-43FB-89E4-4E6AF59269E2}"/>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P1. Пилот</a:t>
            </a:r>
          </a:p>
        </p:txBody>
      </p:sp>
      <p:sp>
        <p:nvSpPr>
          <p:cNvPr id="21" name="content-17-6">
            <a:extLst xmlns:a="http://schemas.openxmlformats.org/drawingml/2006/main">
              <a:ext uri="{FF2B5EF4-FFF2-40B4-BE49-F238E27FC236}">
                <a16:creationId xmlns:a16="http://schemas.microsoft.com/office/drawing/2014/main" id="{84AE2D2F-7EBE-45D6-9254-6172D30CCA11}"/>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Обратная связь кандидатов и работодателей. Проверка зачёта свидетельств и готовности платить.</a:t>
            </a:r>
          </a:p>
        </p:txBody>
      </p:sp>
      <p:sp>
        <p:nvSpPr>
          <p:cNvPr id="22" name="content-17-7">
            <a:extLst xmlns:a="http://schemas.openxmlformats.org/drawingml/2006/main">
              <a:ext uri="{FF2B5EF4-FFF2-40B4-BE49-F238E27FC236}">
                <a16:creationId xmlns:a16="http://schemas.microsoft.com/office/drawing/2014/main" id="{EA3DA139-BEC6-466C-99B3-A12E75BB7765}"/>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P2. Подключение и расширение</a:t>
            </a:r>
          </a:p>
        </p:txBody>
      </p:sp>
      <p:sp>
        <p:nvSpPr>
          <p:cNvPr id="23" name="content-17-8">
            <a:extLst xmlns:a="http://schemas.openxmlformats.org/drawingml/2006/main">
              <a:ext uri="{FF2B5EF4-FFF2-40B4-BE49-F238E27FC236}">
                <a16:creationId xmlns:a16="http://schemas.microsoft.com/office/drawing/2014/main" id="{C9BDB95A-3657-407F-AD2B-3C260591997C}"/>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ФСП ID и реестр после согласования доступа. Конкурсы для оценки узких навыков и освоения нового стека. Новые направления и ATS.</a:t>
            </a:r>
          </a:p>
        </p:txBody>
      </p:sp>
      <p:sp>
        <p:nvSpPr>
          <p:cNvPr id="24" name="slide-number">
            <a:extLst xmlns:a="http://schemas.openxmlformats.org/drawingml/2006/main">
              <a:ext uri="{FF2B5EF4-FFF2-40B4-BE49-F238E27FC236}">
                <a16:creationId xmlns:a16="http://schemas.microsoft.com/office/drawing/2014/main" id="{66E759BA-CD51-48C9-A251-6E4110E907F2}"/>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17</a:t>
            </a:r>
          </a:p>
        </p:txBody>
      </p:sp>
    </p:spTree>
    <p:extLst>
      <p:ext uri="{BB962C8B-B14F-4D97-AF65-F5344CB8AC3E}">
        <p14:creationId xmlns:p14="http://schemas.microsoft.com/office/powerpoint/2010/main" val="3679793639"/>
      </p:ext>
    </p:extLst>
  </p:cSld>
</p:sld>
</file>

<file path=ppt/slides/slide18.xml><?xml version="1.0" encoding="utf-8"?>
<p:sld xmlns:p="http://schemas.openxmlformats.org/presentationml/2006/main">
  <p:cSld>
    <p:bg>
      <p:bgPr>
        <a:blipFill xmlns:a="http://schemas.openxmlformats.org/drawingml/2006/main" rotWithShape="1">
          <a:blip xmlns:r="http://schemas.openxmlformats.org/officeDocument/2006/relationships" r:embed="Rd94af48641b245a3">
            <a:lum/>
          </a:blip>
          <a:srcRect l="0" t="0" r="0" b="0"/>
          <a:stretch>
            <a:fillRect l="0" t="0" r="0" b="0"/>
          </a:stretch>
        </a:blipFill>
      </p:bgPr>
    </p:bg>
    <p:spTree>
      <p:nvGrpSpPr>
        <p:cNvPr id="1" name=""/>
        <p:cNvGrpSpPr/>
        <p:nvPr/>
      </p:nvGrpSpPr>
      <p:grpSpPr>
        <a:xfrm xmlns:a="http://schemas.openxmlformats.org/drawingml/2006/main"/>
      </p:grpSpPr>
      <p:sp>
        <p:nvSpPr>
          <p:cNvPr id="30" name="Прямоугольник 29">
            <a:extLst xmlns:a="http://schemas.openxmlformats.org/drawingml/2006/main">
              <a:ext uri="{FF2B5EF4-FFF2-40B4-BE49-F238E27FC236}">
                <a16:creationId xmlns:a16="http://schemas.microsoft.com/office/drawing/2014/main" id="{8974761F-D4F8-560C-B069-01DF6B0C0103}"/>
              </a:ext>
            </a:extLst>
          </p:cNvPr>
          <p:cNvSpPr>
            <a:spLocks xmlns:a="http://schemas.openxmlformats.org/drawingml/2006/main" noGrp="1"/>
          </p:cNvSpPr>
          <p:nvPr/>
        </p:nvSpPr>
        <p:spPr>
          <a:xfrm xmlns:a="http://schemas.openxmlformats.org/drawingml/2006/main">
            <a:off x="0" y="0"/>
            <a:ext cx="6456363" cy="6858000"/>
          </a:xfrm>
          <a:prstGeom xmlns:a="http://schemas.openxmlformats.org/drawingml/2006/main" prst="rect">
            <a:avLst/>
          </a:prstGeom>
          <a:ln xmlns:a="http://schemas.openxmlformats.org/drawingml/2006/main">
            <a:noFill/>
          </a:ln>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9" name="Объект 28">
            <a:extLst xmlns:a="http://schemas.openxmlformats.org/drawingml/2006/main">
              <a:ext uri="{FF2B5EF4-FFF2-40B4-BE49-F238E27FC236}">
                <a16:creationId xmlns:a16="http://schemas.microsoft.com/office/drawing/2014/main" id="{02AA36D4-0DFA-1A2E-6B29-8BA1BF5F96F3}"/>
              </a:ext>
            </a:extLst>
          </p:cNvPr>
          <p:cNvSpPr>
            <a:spLocks xmlns:a="http://schemas.openxmlformats.org/drawingml/2006/main" noGrp="1"/>
          </p:cNvSpPr>
          <p:nvPr>
            <p:ph idx="1"/>
          </p:nvPr>
        </p:nvSpPr>
        <p:spPr>
          <a:xfrm xmlns:a="http://schemas.openxmlformats.org/drawingml/2006/main">
            <a:off x="521133" y="1263123"/>
            <a:ext cx="5574868" cy="4937652"/>
          </a:xfrm>
        </p:spPr>
        <p:txBody>
          <a:bodyPr xmlns:a="http://schemas.openxmlformats.org/drawingml/2006/main"/>
          <a:lstStyle xmlns:a="http://schemas.openxmlformats.org/drawingml/2006/main"/>
          <a:p xmlns:a="http://schemas.openxmlformats.org/drawingml/2006/main">
            <a:endParaRPr>
              <a:solidFill>
                <a:schemeClr val="tx1"/>
              </a:solidFill>
            </a:endParaRPr>
          </a:p>
        </p:txBody>
      </p:sp>
      <p:sp>
        <p:nvSpPr>
          <p:cNvPr id="31" name="primary-heading">
            <a:extLst xmlns:a="http://schemas.openxmlformats.org/drawingml/2006/main">
              <a:ext uri="{FF2B5EF4-FFF2-40B4-BE49-F238E27FC236}">
                <a16:creationId xmlns:a16="http://schemas.microsoft.com/office/drawing/2014/main" id="{FA9A8E8F-3F16-477C-9195-2611ADA5FED1}"/>
              </a:ext>
            </a:extLst>
          </p:cNvPr>
          <p:cNvSpPr>
            <a:spLocks xmlns:a="http://schemas.openxmlformats.org/drawingml/2006/main" noGrp="1"/>
          </p:cNvSpPr>
          <p:nvPr/>
        </p:nvSpPr>
        <p:spPr>
          <a:xfrm xmlns:a="http://schemas.openxmlformats.org/drawingml/2006/main">
            <a:off x="619125" y="1666875"/>
            <a:ext cx="5810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520978"/>
                </a:solidFill>
                <a:latin typeface="Montserrat"/>
                <a:ea typeface="Montserrat"/>
                <a:cs typeface="Montserrat"/>
              </a:defRPr>
            </a:defPPr>
          </a:lstStyle>
          <a:p xmlns:a="http://schemas.openxmlformats.org/drawingml/2006/main">
            <a:pPr algn="l">
              <a:lnSpc>
                <a:spcPct val="120000"/>
              </a:lnSpc>
              <a:buNone/>
              <a:defRPr sz="2800" b="1">
                <a:solidFill>
                  <a:srgbClr val="520978"/>
                </a:solidFill>
                <a:latin typeface="Montserrat"/>
                <a:ea typeface="Montserrat"/>
                <a:cs typeface="Montserrat"/>
              </a:defRPr>
            </a:pPr>
            <a:r>
              <a:rPr sz="2800" b="1">
                <a:solidFill>
                  <a:srgbClr val="520978"/>
                </a:solidFill>
                <a:latin typeface="Montserrat"/>
                <a:ea typeface="Montserrat"/>
                <a:cs typeface="Montserrat"/>
              </a:rPr>
              <a:t>Предметный первый разговор</a:t>
            </a:r>
          </a:p>
        </p:txBody>
      </p:sp>
      <p:sp>
        <p:nvSpPr>
          <p:cNvPr id="32" name="content-18-1">
            <a:extLst xmlns:a="http://schemas.openxmlformats.org/drawingml/2006/main">
              <a:ext uri="{FF2B5EF4-FFF2-40B4-BE49-F238E27FC236}">
                <a16:creationId xmlns:a16="http://schemas.microsoft.com/office/drawing/2014/main" id="{0786E542-5986-4659-9FA8-CAA096711A2D}"/>
              </a:ext>
            </a:extLst>
          </p:cNvPr>
          <p:cNvSpPr>
            <a:spLocks xmlns:a="http://schemas.openxmlformats.org/drawingml/2006/main" noGrp="1"/>
          </p:cNvSpPr>
          <p:nvPr/>
        </p:nvSpPr>
        <p:spPr>
          <a:xfrm xmlns:a="http://schemas.openxmlformats.org/drawingml/2006/main">
            <a:off x="619125" y="280987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Единая матрица требований и навыков</a:t>
            </a:r>
          </a:p>
        </p:txBody>
      </p:sp>
      <p:sp>
        <p:nvSpPr>
          <p:cNvPr id="33" name="content-18-2">
            <a:extLst xmlns:a="http://schemas.openxmlformats.org/drawingml/2006/main">
              <a:ext uri="{FF2B5EF4-FFF2-40B4-BE49-F238E27FC236}">
                <a16:creationId xmlns:a16="http://schemas.microsoft.com/office/drawing/2014/main" id="{F986F55F-743A-405C-B7A9-99BA7CEAA0A9}"/>
              </a:ext>
            </a:extLst>
          </p:cNvPr>
          <p:cNvSpPr>
            <a:spLocks xmlns:a="http://schemas.openxmlformats.org/drawingml/2006/main" noGrp="1"/>
          </p:cNvSpPr>
          <p:nvPr/>
        </p:nvSpPr>
        <p:spPr>
          <a:xfrm xmlns:a="http://schemas.openxmlformats.org/drawingml/2006/main">
            <a:off x="619125" y="3714750"/>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Понятный подбор для компании</a:t>
            </a:r>
          </a:p>
        </p:txBody>
      </p:sp>
      <p:sp>
        <p:nvSpPr>
          <p:cNvPr id="34" name="content-18-3">
            <a:extLst xmlns:a="http://schemas.openxmlformats.org/drawingml/2006/main">
              <a:ext uri="{FF2B5EF4-FFF2-40B4-BE49-F238E27FC236}">
                <a16:creationId xmlns:a16="http://schemas.microsoft.com/office/drawing/2014/main" id="{10D4F8D4-B52D-4A27-9F6A-36BF4FE82776}"/>
              </a:ext>
            </a:extLst>
          </p:cNvPr>
          <p:cNvSpPr>
            <a:spLocks xmlns:a="http://schemas.openxmlformats.org/drawingml/2006/main" noGrp="1"/>
          </p:cNvSpPr>
          <p:nvPr/>
        </p:nvSpPr>
        <p:spPr>
          <a:xfrm xmlns:a="http://schemas.openxmlformats.org/drawingml/2006/main">
            <a:off x="619125" y="461962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Практика технологий под будущие задачи</a:t>
            </a:r>
          </a:p>
        </p:txBody>
      </p:sp>
      <p:sp>
        <p:nvSpPr>
          <p:cNvPr id="35" name="content-18-4">
            <a:extLst xmlns:a="http://schemas.openxmlformats.org/drawingml/2006/main">
              <a:ext uri="{FF2B5EF4-FFF2-40B4-BE49-F238E27FC236}">
                <a16:creationId xmlns:a16="http://schemas.microsoft.com/office/drawing/2014/main" id="{5666ADE7-DF6F-4DAC-BE44-A39A19B3C7A2}"/>
              </a:ext>
            </a:extLst>
          </p:cNvPr>
          <p:cNvSpPr>
            <a:spLocks xmlns:a="http://schemas.openxmlformats.org/drawingml/2006/main" noGrp="1"/>
          </p:cNvSpPr>
          <p:nvPr/>
        </p:nvSpPr>
        <p:spPr>
          <a:xfrm xmlns:a="http://schemas.openxmlformats.org/drawingml/2006/main">
            <a:off x="619125" y="590550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Трудяжки · ЛЦТ 2026 · ФСП</a:t>
            </a:r>
          </a:p>
        </p:txBody>
      </p:sp>
    </p:spTree>
    <p:extLst>
      <p:ext uri="{BB962C8B-B14F-4D97-AF65-F5344CB8AC3E}">
        <p14:creationId xmlns:p14="http://schemas.microsoft.com/office/powerpoint/2010/main" val="1830715374"/>
      </p:ext>
    </p:extLst>
  </p:cSld>
</p:sld>
</file>

<file path=ppt/theme/theme1.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2026-10-11T20:35:02.7820000Z</dcterms:created>
  <dcterms:modified xsi:type="dcterms:W3CDTF">2026-10-11T20:35:02.7820000Z</dcterms:modified>
</coreProperties>
</file>